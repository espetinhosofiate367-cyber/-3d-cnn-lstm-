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320" r:id="rId4"/>
    <p:sldId id="258" r:id="rId5"/>
    <p:sldId id="322" r:id="rId6"/>
    <p:sldId id="323" r:id="rId7"/>
    <p:sldId id="287" r:id="rId8"/>
    <p:sldId id="324" r:id="rId9"/>
    <p:sldId id="262" r:id="rId10"/>
    <p:sldId id="263" r:id="rId11"/>
    <p:sldId id="265" r:id="rId12"/>
    <p:sldId id="260" r:id="rId13"/>
    <p:sldId id="264" r:id="rId14"/>
    <p:sldId id="313" r:id="rId15"/>
    <p:sldId id="314" r:id="rId16"/>
    <p:sldId id="321" r:id="rId17"/>
    <p:sldId id="272" r:id="rId18"/>
    <p:sldId id="274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8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D2C"/>
    <a:srgbClr val="E0B07E"/>
    <a:srgbClr val="090D0E"/>
    <a:srgbClr val="111516"/>
    <a:srgbClr val="232524"/>
    <a:srgbClr val="212226"/>
    <a:srgbClr val="2A2A2A"/>
    <a:srgbClr val="2C2C2C"/>
    <a:srgbClr val="282828"/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50" autoAdjust="0"/>
  </p:normalViewPr>
  <p:slideViewPr>
    <p:cSldViewPr snapToGrid="0" showGuides="1">
      <p:cViewPr varScale="1">
        <p:scale>
          <a:sx n="102" d="100"/>
          <a:sy n="102" d="100"/>
        </p:scale>
        <p:origin x="-258" y="-90"/>
      </p:cViewPr>
      <p:guideLst>
        <p:guide orient="horz" pos="2038"/>
        <p:guide pos="38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64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8A081-C101-4C04-8A93-B45037D41F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A4311-4766-49D6-999F-2921BF181D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55ADC-9086-44BD-AF55-998EF314F6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FD362-844A-417A-8105-2707644DD9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tags" Target="../tags/tag8.xml"/><Relationship Id="rId5" Type="http://schemas.openxmlformats.org/officeDocument/2006/relationships/image" Target="../media/image10.png"/><Relationship Id="rId4" Type="http://schemas.openxmlformats.org/officeDocument/2006/relationships/tags" Target="../tags/tag7.xml"/><Relationship Id="rId3" Type="http://schemas.openxmlformats.org/officeDocument/2006/relationships/image" Target="../media/image9.png"/><Relationship Id="rId2" Type="http://schemas.openxmlformats.org/officeDocument/2006/relationships/tags" Target="../tags/tag6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15.png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2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image" Target="../media/image16.png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image" Target="../media/image18.png"/><Relationship Id="rId15" Type="http://schemas.openxmlformats.org/officeDocument/2006/relationships/tags" Target="../tags/tag44.xml"/><Relationship Id="rId14" Type="http://schemas.openxmlformats.org/officeDocument/2006/relationships/image" Target="../media/image17.png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9" Type="http://schemas.openxmlformats.org/officeDocument/2006/relationships/image" Target="../media/image19.png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image" Target="../media/image18.png"/><Relationship Id="rId14" Type="http://schemas.openxmlformats.org/officeDocument/2006/relationships/tags" Target="../tags/tag58.xml"/><Relationship Id="rId13" Type="http://schemas.openxmlformats.org/officeDocument/2006/relationships/image" Target="../media/image17.png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>
            <a:off x="9357360" y="5695158"/>
            <a:ext cx="2446018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316499" y="5385507"/>
            <a:ext cx="5814058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023110" y="1227455"/>
            <a:ext cx="733488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 flip="none" rotWithShape="1">
                  <a:gsLst>
                    <a:gs pos="73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5">
                        <a:lumMod val="0"/>
                        <a:lumOff val="100000"/>
                      </a:schemeClr>
                    </a:gs>
                    <a:gs pos="35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Pytorch2.0</a:t>
            </a:r>
            <a:endParaRPr lang="en-US" altLang="zh-CN" sz="8800" dirty="0">
              <a:gradFill flip="none" rotWithShape="1">
                <a:gsLst>
                  <a:gs pos="73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5">
                      <a:lumMod val="0"/>
                      <a:lumOff val="100000"/>
                    </a:schemeClr>
                  </a:gs>
                  <a:gs pos="35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23352" y="2623230"/>
            <a:ext cx="29260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快速</a:t>
            </a:r>
            <a:r>
              <a:rPr lang="zh-CN" altLang="en-US" sz="5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入门</a:t>
            </a:r>
            <a:endParaRPr lang="zh-CN" altLang="en-US" sz="54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98452" y="4552546"/>
            <a:ext cx="1721796" cy="369650"/>
            <a:chOff x="2198452" y="4552546"/>
            <a:chExt cx="1721796" cy="369650"/>
          </a:xfrm>
        </p:grpSpPr>
        <p:sp>
          <p:nvSpPr>
            <p:cNvPr id="7" name="矩形 6"/>
            <p:cNvSpPr/>
            <p:nvPr/>
          </p:nvSpPr>
          <p:spPr>
            <a:xfrm>
              <a:off x="2198452" y="4552546"/>
              <a:ext cx="1721796" cy="3696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33029" y="4562274"/>
              <a:ext cx="1242695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8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+mn-ea"/>
                </a:rPr>
                <a:t>图灵猫</a:t>
              </a:r>
              <a:r>
                <a:rPr lang="en-US" altLang="zh-CN" sz="1400" dirty="0">
                  <a:solidFill>
                    <a:schemeClr val="bg1">
                      <a:lumMod val="8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+mn-ea"/>
                </a:rPr>
                <a:t>-Arwin</a:t>
              </a:r>
              <a:endParaRPr lang="zh-CN" altLang="en-US" sz="14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cxnSp>
        <p:nvCxnSpPr>
          <p:cNvPr id="23" name="直接连接符 22"/>
          <p:cNvCxnSpPr/>
          <p:nvPr/>
        </p:nvCxnSpPr>
        <p:spPr>
          <a:xfrm>
            <a:off x="1673157" y="1227369"/>
            <a:ext cx="0" cy="401584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平行四边形 9"/>
          <p:cNvSpPr/>
          <p:nvPr/>
        </p:nvSpPr>
        <p:spPr>
          <a:xfrm>
            <a:off x="7756203" y="5264686"/>
            <a:ext cx="729206" cy="241642"/>
          </a:xfrm>
          <a:prstGeom prst="parallelogram">
            <a:avLst>
              <a:gd name="adj" fmla="val 69728"/>
            </a:avLst>
          </a:prstGeom>
          <a:solidFill>
            <a:srgbClr val="E0B07E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>
            <a:off x="10796644" y="5628247"/>
            <a:ext cx="403840" cy="133823"/>
          </a:xfrm>
          <a:prstGeom prst="parallelogram">
            <a:avLst>
              <a:gd name="adj" fmla="val 69728"/>
            </a:avLst>
          </a:prstGeom>
          <a:solidFill>
            <a:schemeClr val="bg1">
              <a:lumMod val="50000"/>
              <a:alpha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>
            <a:off x="9638103" y="4999585"/>
            <a:ext cx="593917" cy="196810"/>
          </a:xfrm>
          <a:prstGeom prst="parallelogram">
            <a:avLst>
              <a:gd name="adj" fmla="val 69728"/>
            </a:avLst>
          </a:prstGeom>
          <a:solidFill>
            <a:schemeClr val="bg1">
              <a:lumMod val="65000"/>
              <a:alpha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平行四边形 27"/>
          <p:cNvSpPr/>
          <p:nvPr/>
        </p:nvSpPr>
        <p:spPr>
          <a:xfrm>
            <a:off x="11468046" y="4888464"/>
            <a:ext cx="335332" cy="111121"/>
          </a:xfrm>
          <a:prstGeom prst="parallelogram">
            <a:avLst>
              <a:gd name="adj" fmla="val 69728"/>
            </a:avLst>
          </a:prstGeom>
          <a:solidFill>
            <a:srgbClr val="E0B07E">
              <a:alpha val="43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63" presetClass="path" presetSubtype="0" accel="50000" decel="5000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4.375E-6 4.81481E-6 L 0.05651 4.81481E-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grpId="1" nodeType="withEffect">
                                  <p:stCondLst>
                                    <p:cond delay="5750"/>
                                  </p:stCondLst>
                                  <p:childTnLst>
                                    <p:animMotion origin="layout" path="M 4.375E-6 4.81481E-6 L 0.05651 4.81481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4.375E-6 4.81481E-6 L 0.05651 4.81481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3" presetClass="path" presetSubtype="0" accel="50000" decel="50000" fill="hold" grpId="1" nodeType="withEffect">
                                  <p:stCondLst>
                                    <p:cond delay="5750"/>
                                  </p:stCondLst>
                                  <p:childTnLst>
                                    <p:animMotion origin="layout" path="M 4.375E-6 4.81481E-6 L 0.05651 4.81481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28" grpId="0" animBg="1"/>
      <p:bldP spid="28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191760" y="184815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E0B07E"/>
                </a:solidFill>
              </a:rPr>
              <a:t>课程</a:t>
            </a:r>
            <a:r>
              <a:rPr lang="zh-CN" altLang="en-US" sz="3200" dirty="0">
                <a:solidFill>
                  <a:srgbClr val="E0B07E"/>
                </a:solidFill>
              </a:rPr>
              <a:t>特色</a:t>
            </a:r>
            <a:endParaRPr lang="zh-CN" altLang="en-US" sz="3200" dirty="0">
              <a:solidFill>
                <a:srgbClr val="E0B07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49811" y="1761083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149811" y="3113265"/>
            <a:ext cx="715805" cy="715805"/>
          </a:xfrm>
          <a:prstGeom prst="rect">
            <a:avLst/>
          </a:prstGeom>
          <a:solidFill>
            <a:srgbClr val="E0B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150153" y="4751708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030154" y="1712595"/>
            <a:ext cx="42577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全网第一个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pytorch2.0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教程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30154" y="3112769"/>
            <a:ext cx="567227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E0B07E"/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0</a:t>
            </a:r>
            <a:r>
              <a:rPr lang="zh-CN" altLang="en-US" sz="2400" dirty="0">
                <a:solidFill>
                  <a:srgbClr val="E0B07E"/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基础入门，从</a:t>
            </a:r>
            <a:r>
              <a:rPr lang="zh-CN" altLang="en-US" sz="2400" dirty="0">
                <a:solidFill>
                  <a:srgbClr val="E0B07E"/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深度学习环境配置</a:t>
            </a:r>
            <a:r>
              <a:rPr lang="zh-CN" altLang="en-US" sz="2400" dirty="0">
                <a:solidFill>
                  <a:srgbClr val="E0B07E"/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讲起</a:t>
            </a:r>
            <a:endParaRPr lang="zh-CN" altLang="en-US" sz="2400" dirty="0">
              <a:solidFill>
                <a:srgbClr val="E0B07E"/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43073" y="4751212"/>
            <a:ext cx="70889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深度学习理论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+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项目实战，学完直接可以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做项目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994718" y="824314"/>
            <a:ext cx="4202565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 invX="1"/>
      </p:transition>
    </mc:Choice>
    <mc:Fallback>
      <p:transition spd="slow" advClick="0" advTm="4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191760" y="184815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E0B07E"/>
                </a:solidFill>
              </a:rPr>
              <a:t>课程</a:t>
            </a:r>
            <a:r>
              <a:rPr lang="zh-CN" altLang="en-US" sz="3200" dirty="0">
                <a:solidFill>
                  <a:srgbClr val="E0B07E"/>
                </a:solidFill>
              </a:rPr>
              <a:t>简介</a:t>
            </a:r>
            <a:endParaRPr lang="zh-CN" altLang="en-US" sz="3200" dirty="0">
              <a:solidFill>
                <a:srgbClr val="E0B07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49811" y="1761083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149811" y="3113265"/>
            <a:ext cx="715805" cy="715805"/>
          </a:xfrm>
          <a:prstGeom prst="rect">
            <a:avLst/>
          </a:prstGeom>
          <a:solidFill>
            <a:srgbClr val="E0B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150153" y="4751708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030220" y="2206625"/>
            <a:ext cx="5324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Anaconda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jupyter notebook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vs code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pytorch2.0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cpu/gpu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30154" y="1712595"/>
            <a:ext cx="42577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pytorch2.0 环境配置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30220" y="3607435"/>
            <a:ext cx="5672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  <a:sym typeface="+mn-ea"/>
              </a:rPr>
              <a:t>感知机模型，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神经网络的层级结构，神经网络如何对数据做特征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提取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30154" y="3112769"/>
            <a:ext cx="567227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E0B07E"/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人工智能基石：神经网络（理论）</a:t>
            </a:r>
            <a:endParaRPr lang="en-US" altLang="zh-CN" sz="2400" dirty="0">
              <a:solidFill>
                <a:srgbClr val="E0B07E"/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42590" y="5245735"/>
            <a:ext cx="5132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微软雅黑" panose="020B0503020204020204" pitchFamily="34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自定义数据集加载脚本，网络模型搭建，训练，验证，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微软雅黑" panose="020B0503020204020204" pitchFamily="34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推理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微软雅黑" panose="020B0503020204020204" pitchFamily="34" charset="-122"/>
              <a:cs typeface="Nirmala UI Semilight" panose="020B04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43073" y="4751212"/>
            <a:ext cx="70889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神经网络实现鸢尾花分类（实战）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994718" y="824314"/>
            <a:ext cx="4202565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 invX="1"/>
      </p:transition>
    </mc:Choice>
    <mc:Fallback>
      <p:transition spd="slow" advClick="0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2" t="752" r="45713" b="78981"/>
          <a:stretch>
            <a:fillRect/>
          </a:stretch>
        </p:blipFill>
        <p:spPr>
          <a:xfrm>
            <a:off x="5982511" y="551682"/>
            <a:ext cx="2607014" cy="1177047"/>
          </a:xfrm>
          <a:custGeom>
            <a:avLst/>
            <a:gdLst>
              <a:gd name="connsiteX0" fmla="*/ 0 w 2607014"/>
              <a:gd name="connsiteY0" fmla="*/ 0 h 1177047"/>
              <a:gd name="connsiteX1" fmla="*/ 2607014 w 2607014"/>
              <a:gd name="connsiteY1" fmla="*/ 0 h 1177047"/>
              <a:gd name="connsiteX2" fmla="*/ 2607014 w 2607014"/>
              <a:gd name="connsiteY2" fmla="*/ 1177047 h 1177047"/>
              <a:gd name="connsiteX3" fmla="*/ 0 w 2607014"/>
              <a:gd name="connsiteY3" fmla="*/ 1177047 h 1177047"/>
              <a:gd name="connsiteX4" fmla="*/ 0 w 2607014"/>
              <a:gd name="connsiteY4" fmla="*/ 0 h 117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7014" h="1177047">
                <a:moveTo>
                  <a:pt x="0" y="0"/>
                </a:moveTo>
                <a:lnTo>
                  <a:pt x="2607014" y="0"/>
                </a:lnTo>
                <a:lnTo>
                  <a:pt x="2607014" y="1177047"/>
                </a:lnTo>
                <a:lnTo>
                  <a:pt x="0" y="11770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50" t="752" r="10987" b="42923"/>
          <a:stretch>
            <a:fillRect/>
          </a:stretch>
        </p:blipFill>
        <p:spPr>
          <a:xfrm>
            <a:off x="8725711" y="551682"/>
            <a:ext cx="2889115" cy="3271288"/>
          </a:xfrm>
          <a:custGeom>
            <a:avLst/>
            <a:gdLst>
              <a:gd name="connsiteX0" fmla="*/ 0 w 2889115"/>
              <a:gd name="connsiteY0" fmla="*/ 0 h 3271288"/>
              <a:gd name="connsiteX1" fmla="*/ 2889115 w 2889115"/>
              <a:gd name="connsiteY1" fmla="*/ 0 h 3271288"/>
              <a:gd name="connsiteX2" fmla="*/ 2889115 w 2889115"/>
              <a:gd name="connsiteY2" fmla="*/ 3271288 h 3271288"/>
              <a:gd name="connsiteX3" fmla="*/ 0 w 2889115"/>
              <a:gd name="connsiteY3" fmla="*/ 3271288 h 3271288"/>
              <a:gd name="connsiteX4" fmla="*/ 0 w 2889115"/>
              <a:gd name="connsiteY4" fmla="*/ 0 h 3271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115" h="3271288">
                <a:moveTo>
                  <a:pt x="0" y="0"/>
                </a:moveTo>
                <a:lnTo>
                  <a:pt x="2889115" y="0"/>
                </a:lnTo>
                <a:lnTo>
                  <a:pt x="2889115" y="3271288"/>
                </a:lnTo>
                <a:lnTo>
                  <a:pt x="0" y="327128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2" t="23029" r="45713" b="50795"/>
          <a:stretch>
            <a:fillRect/>
          </a:stretch>
        </p:blipFill>
        <p:spPr>
          <a:xfrm>
            <a:off x="5982511" y="1845461"/>
            <a:ext cx="2607014" cy="1520308"/>
          </a:xfrm>
          <a:custGeom>
            <a:avLst/>
            <a:gdLst>
              <a:gd name="connsiteX0" fmla="*/ 0 w 2607014"/>
              <a:gd name="connsiteY0" fmla="*/ 0 h 1520308"/>
              <a:gd name="connsiteX1" fmla="*/ 2607014 w 2607014"/>
              <a:gd name="connsiteY1" fmla="*/ 0 h 1520308"/>
              <a:gd name="connsiteX2" fmla="*/ 2607014 w 2607014"/>
              <a:gd name="connsiteY2" fmla="*/ 1520308 h 1520308"/>
              <a:gd name="connsiteX3" fmla="*/ 0 w 2607014"/>
              <a:gd name="connsiteY3" fmla="*/ 1520308 h 1520308"/>
              <a:gd name="connsiteX4" fmla="*/ 0 w 2607014"/>
              <a:gd name="connsiteY4" fmla="*/ 0 h 152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7014" h="1520308">
                <a:moveTo>
                  <a:pt x="0" y="0"/>
                </a:moveTo>
                <a:lnTo>
                  <a:pt x="2607014" y="0"/>
                </a:lnTo>
                <a:lnTo>
                  <a:pt x="2607014" y="1520308"/>
                </a:lnTo>
                <a:lnTo>
                  <a:pt x="0" y="152030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2" t="51215" r="45713" b="1050"/>
          <a:stretch>
            <a:fillRect/>
          </a:stretch>
        </p:blipFill>
        <p:spPr>
          <a:xfrm>
            <a:off x="5982511" y="3482501"/>
            <a:ext cx="2607014" cy="2772384"/>
          </a:xfrm>
          <a:custGeom>
            <a:avLst/>
            <a:gdLst>
              <a:gd name="connsiteX0" fmla="*/ 0 w 2607014"/>
              <a:gd name="connsiteY0" fmla="*/ 0 h 2772384"/>
              <a:gd name="connsiteX1" fmla="*/ 2607014 w 2607014"/>
              <a:gd name="connsiteY1" fmla="*/ 0 h 2772384"/>
              <a:gd name="connsiteX2" fmla="*/ 2607014 w 2607014"/>
              <a:gd name="connsiteY2" fmla="*/ 2772384 h 2772384"/>
              <a:gd name="connsiteX3" fmla="*/ 0 w 2607014"/>
              <a:gd name="connsiteY3" fmla="*/ 2772384 h 2772384"/>
              <a:gd name="connsiteX4" fmla="*/ 0 w 2607014"/>
              <a:gd name="connsiteY4" fmla="*/ 0 h 277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7014" h="2772384">
                <a:moveTo>
                  <a:pt x="0" y="0"/>
                </a:moveTo>
                <a:lnTo>
                  <a:pt x="2607014" y="0"/>
                </a:lnTo>
                <a:lnTo>
                  <a:pt x="2607014" y="2772384"/>
                </a:lnTo>
                <a:lnTo>
                  <a:pt x="0" y="2772384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50" t="58704" r="10987" b="1050"/>
          <a:stretch>
            <a:fillRect/>
          </a:stretch>
        </p:blipFill>
        <p:spPr>
          <a:xfrm>
            <a:off x="8725711" y="3917452"/>
            <a:ext cx="2889115" cy="2337433"/>
          </a:xfrm>
          <a:custGeom>
            <a:avLst/>
            <a:gdLst>
              <a:gd name="connsiteX0" fmla="*/ 0 w 2889115"/>
              <a:gd name="connsiteY0" fmla="*/ 0 h 2337433"/>
              <a:gd name="connsiteX1" fmla="*/ 2889115 w 2889115"/>
              <a:gd name="connsiteY1" fmla="*/ 0 h 2337433"/>
              <a:gd name="connsiteX2" fmla="*/ 2889115 w 2889115"/>
              <a:gd name="connsiteY2" fmla="*/ 2337433 h 2337433"/>
              <a:gd name="connsiteX3" fmla="*/ 0 w 2889115"/>
              <a:gd name="connsiteY3" fmla="*/ 2337433 h 2337433"/>
              <a:gd name="connsiteX4" fmla="*/ 0 w 2889115"/>
              <a:gd name="connsiteY4" fmla="*/ 0 h 2337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115" h="2337433">
                <a:moveTo>
                  <a:pt x="0" y="0"/>
                </a:moveTo>
                <a:lnTo>
                  <a:pt x="2889115" y="0"/>
                </a:lnTo>
                <a:lnTo>
                  <a:pt x="2889115" y="2337433"/>
                </a:lnTo>
                <a:lnTo>
                  <a:pt x="0" y="233743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文本框 3"/>
          <p:cNvSpPr txBox="1"/>
          <p:nvPr/>
        </p:nvSpPr>
        <p:spPr>
          <a:xfrm>
            <a:off x="654685" y="172085"/>
            <a:ext cx="2367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项目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实战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065520" y="3582048"/>
            <a:ext cx="2458720" cy="2595232"/>
          </a:xfrm>
          <a:prstGeom prst="rect">
            <a:avLst/>
          </a:prstGeom>
          <a:solidFill>
            <a:srgbClr val="E0B07E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08720" y="633968"/>
            <a:ext cx="2692400" cy="3084591"/>
          </a:xfrm>
          <a:prstGeom prst="rect">
            <a:avLst/>
          </a:prstGeom>
          <a:solidFill>
            <a:srgbClr val="E0B07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KSO_Shape"/>
          <p:cNvSpPr/>
          <p:nvPr/>
        </p:nvSpPr>
        <p:spPr bwMode="auto">
          <a:xfrm>
            <a:off x="6966527" y="4093283"/>
            <a:ext cx="656706" cy="492530"/>
          </a:xfrm>
          <a:custGeom>
            <a:avLst/>
            <a:gdLst/>
            <a:ahLst/>
            <a:cxnLst/>
            <a:rect l="0" t="0" r="r" b="b"/>
            <a:pathLst>
              <a:path w="1166813" h="874713">
                <a:moveTo>
                  <a:pt x="631825" y="339725"/>
                </a:moveTo>
                <a:lnTo>
                  <a:pt x="639247" y="339990"/>
                </a:lnTo>
                <a:lnTo>
                  <a:pt x="646669" y="340520"/>
                </a:lnTo>
                <a:lnTo>
                  <a:pt x="654090" y="341314"/>
                </a:lnTo>
                <a:lnTo>
                  <a:pt x="661247" y="342638"/>
                </a:lnTo>
                <a:lnTo>
                  <a:pt x="668404" y="344227"/>
                </a:lnTo>
                <a:lnTo>
                  <a:pt x="675296" y="346081"/>
                </a:lnTo>
                <a:lnTo>
                  <a:pt x="681922" y="348729"/>
                </a:lnTo>
                <a:lnTo>
                  <a:pt x="688814" y="351377"/>
                </a:lnTo>
                <a:lnTo>
                  <a:pt x="695175" y="354026"/>
                </a:lnTo>
                <a:lnTo>
                  <a:pt x="701537" y="357204"/>
                </a:lnTo>
                <a:lnTo>
                  <a:pt x="707633" y="360646"/>
                </a:lnTo>
                <a:lnTo>
                  <a:pt x="713465" y="364619"/>
                </a:lnTo>
                <a:lnTo>
                  <a:pt x="719296" y="368856"/>
                </a:lnTo>
                <a:lnTo>
                  <a:pt x="724862" y="373093"/>
                </a:lnTo>
                <a:lnTo>
                  <a:pt x="730164" y="377595"/>
                </a:lnTo>
                <a:lnTo>
                  <a:pt x="735200" y="382362"/>
                </a:lnTo>
                <a:lnTo>
                  <a:pt x="739971" y="387658"/>
                </a:lnTo>
                <a:lnTo>
                  <a:pt x="744742" y="392955"/>
                </a:lnTo>
                <a:lnTo>
                  <a:pt x="748983" y="398251"/>
                </a:lnTo>
                <a:lnTo>
                  <a:pt x="752959" y="404077"/>
                </a:lnTo>
                <a:lnTo>
                  <a:pt x="756670" y="409903"/>
                </a:lnTo>
                <a:lnTo>
                  <a:pt x="760116" y="415994"/>
                </a:lnTo>
                <a:lnTo>
                  <a:pt x="763562" y="422615"/>
                </a:lnTo>
                <a:lnTo>
                  <a:pt x="766477" y="428971"/>
                </a:lnTo>
                <a:lnTo>
                  <a:pt x="769128" y="435326"/>
                </a:lnTo>
                <a:lnTo>
                  <a:pt x="771514" y="442477"/>
                </a:lnTo>
                <a:lnTo>
                  <a:pt x="773369" y="449097"/>
                </a:lnTo>
                <a:lnTo>
                  <a:pt x="774959" y="456247"/>
                </a:lnTo>
                <a:lnTo>
                  <a:pt x="776285" y="463663"/>
                </a:lnTo>
                <a:lnTo>
                  <a:pt x="777080" y="470813"/>
                </a:lnTo>
                <a:lnTo>
                  <a:pt x="777610" y="478228"/>
                </a:lnTo>
                <a:lnTo>
                  <a:pt x="777875" y="485643"/>
                </a:lnTo>
                <a:lnTo>
                  <a:pt x="777610" y="493058"/>
                </a:lnTo>
                <a:lnTo>
                  <a:pt x="777080" y="500738"/>
                </a:lnTo>
                <a:lnTo>
                  <a:pt x="776285" y="507888"/>
                </a:lnTo>
                <a:lnTo>
                  <a:pt x="774959" y="515303"/>
                </a:lnTo>
                <a:lnTo>
                  <a:pt x="773369" y="522188"/>
                </a:lnTo>
                <a:lnTo>
                  <a:pt x="771514" y="529074"/>
                </a:lnTo>
                <a:lnTo>
                  <a:pt x="769128" y="535959"/>
                </a:lnTo>
                <a:lnTo>
                  <a:pt x="766477" y="542580"/>
                </a:lnTo>
                <a:lnTo>
                  <a:pt x="763562" y="548936"/>
                </a:lnTo>
                <a:lnTo>
                  <a:pt x="760116" y="555291"/>
                </a:lnTo>
                <a:lnTo>
                  <a:pt x="756670" y="561382"/>
                </a:lnTo>
                <a:lnTo>
                  <a:pt x="752959" y="567208"/>
                </a:lnTo>
                <a:lnTo>
                  <a:pt x="748983" y="573034"/>
                </a:lnTo>
                <a:lnTo>
                  <a:pt x="744742" y="578596"/>
                </a:lnTo>
                <a:lnTo>
                  <a:pt x="739971" y="583892"/>
                </a:lnTo>
                <a:lnTo>
                  <a:pt x="735200" y="588659"/>
                </a:lnTo>
                <a:lnTo>
                  <a:pt x="730164" y="593691"/>
                </a:lnTo>
                <a:lnTo>
                  <a:pt x="724862" y="598458"/>
                </a:lnTo>
                <a:lnTo>
                  <a:pt x="719296" y="602695"/>
                </a:lnTo>
                <a:lnTo>
                  <a:pt x="713465" y="606667"/>
                </a:lnTo>
                <a:lnTo>
                  <a:pt x="707633" y="610639"/>
                </a:lnTo>
                <a:lnTo>
                  <a:pt x="701537" y="614082"/>
                </a:lnTo>
                <a:lnTo>
                  <a:pt x="695175" y="617260"/>
                </a:lnTo>
                <a:lnTo>
                  <a:pt x="688814" y="620173"/>
                </a:lnTo>
                <a:lnTo>
                  <a:pt x="681922" y="622821"/>
                </a:lnTo>
                <a:lnTo>
                  <a:pt x="675296" y="624940"/>
                </a:lnTo>
                <a:lnTo>
                  <a:pt x="668404" y="626794"/>
                </a:lnTo>
                <a:lnTo>
                  <a:pt x="661247" y="628912"/>
                </a:lnTo>
                <a:lnTo>
                  <a:pt x="654090" y="629971"/>
                </a:lnTo>
                <a:lnTo>
                  <a:pt x="646669" y="631031"/>
                </a:lnTo>
                <a:lnTo>
                  <a:pt x="639247" y="631560"/>
                </a:lnTo>
                <a:lnTo>
                  <a:pt x="631825" y="631825"/>
                </a:lnTo>
                <a:lnTo>
                  <a:pt x="624403" y="631560"/>
                </a:lnTo>
                <a:lnTo>
                  <a:pt x="616982" y="631031"/>
                </a:lnTo>
                <a:lnTo>
                  <a:pt x="609560" y="629971"/>
                </a:lnTo>
                <a:lnTo>
                  <a:pt x="602403" y="628912"/>
                </a:lnTo>
                <a:lnTo>
                  <a:pt x="595511" y="626794"/>
                </a:lnTo>
                <a:lnTo>
                  <a:pt x="588355" y="624940"/>
                </a:lnTo>
                <a:lnTo>
                  <a:pt x="581728" y="622821"/>
                </a:lnTo>
                <a:lnTo>
                  <a:pt x="575102" y="620173"/>
                </a:lnTo>
                <a:lnTo>
                  <a:pt x="568475" y="617260"/>
                </a:lnTo>
                <a:lnTo>
                  <a:pt x="562378" y="614082"/>
                </a:lnTo>
                <a:lnTo>
                  <a:pt x="556282" y="610639"/>
                </a:lnTo>
                <a:lnTo>
                  <a:pt x="550186" y="606667"/>
                </a:lnTo>
                <a:lnTo>
                  <a:pt x="544619" y="602695"/>
                </a:lnTo>
                <a:lnTo>
                  <a:pt x="539053" y="598458"/>
                </a:lnTo>
                <a:lnTo>
                  <a:pt x="533487" y="593691"/>
                </a:lnTo>
                <a:lnTo>
                  <a:pt x="528450" y="588659"/>
                </a:lnTo>
                <a:lnTo>
                  <a:pt x="523679" y="583892"/>
                </a:lnTo>
                <a:lnTo>
                  <a:pt x="519173" y="578596"/>
                </a:lnTo>
                <a:lnTo>
                  <a:pt x="514667" y="573034"/>
                </a:lnTo>
                <a:lnTo>
                  <a:pt x="510691" y="567208"/>
                </a:lnTo>
                <a:lnTo>
                  <a:pt x="506980" y="561382"/>
                </a:lnTo>
                <a:lnTo>
                  <a:pt x="503534" y="555291"/>
                </a:lnTo>
                <a:lnTo>
                  <a:pt x="500354" y="548936"/>
                </a:lnTo>
                <a:lnTo>
                  <a:pt x="497438" y="542580"/>
                </a:lnTo>
                <a:lnTo>
                  <a:pt x="494522" y="535959"/>
                </a:lnTo>
                <a:lnTo>
                  <a:pt x="492402" y="529074"/>
                </a:lnTo>
                <a:lnTo>
                  <a:pt x="490281" y="522188"/>
                </a:lnTo>
                <a:lnTo>
                  <a:pt x="488691" y="515303"/>
                </a:lnTo>
                <a:lnTo>
                  <a:pt x="487366" y="507888"/>
                </a:lnTo>
                <a:lnTo>
                  <a:pt x="486570" y="500738"/>
                </a:lnTo>
                <a:lnTo>
                  <a:pt x="486040" y="493058"/>
                </a:lnTo>
                <a:lnTo>
                  <a:pt x="485775" y="485643"/>
                </a:lnTo>
                <a:lnTo>
                  <a:pt x="486040" y="478228"/>
                </a:lnTo>
                <a:lnTo>
                  <a:pt x="486570" y="470813"/>
                </a:lnTo>
                <a:lnTo>
                  <a:pt x="487366" y="463663"/>
                </a:lnTo>
                <a:lnTo>
                  <a:pt x="488691" y="456247"/>
                </a:lnTo>
                <a:lnTo>
                  <a:pt x="490281" y="449097"/>
                </a:lnTo>
                <a:lnTo>
                  <a:pt x="492402" y="442477"/>
                </a:lnTo>
                <a:lnTo>
                  <a:pt x="494522" y="435326"/>
                </a:lnTo>
                <a:lnTo>
                  <a:pt x="497438" y="428971"/>
                </a:lnTo>
                <a:lnTo>
                  <a:pt x="500354" y="422615"/>
                </a:lnTo>
                <a:lnTo>
                  <a:pt x="503534" y="415994"/>
                </a:lnTo>
                <a:lnTo>
                  <a:pt x="506980" y="409903"/>
                </a:lnTo>
                <a:lnTo>
                  <a:pt x="510691" y="404077"/>
                </a:lnTo>
                <a:lnTo>
                  <a:pt x="514667" y="398251"/>
                </a:lnTo>
                <a:lnTo>
                  <a:pt x="519173" y="392955"/>
                </a:lnTo>
                <a:lnTo>
                  <a:pt x="523679" y="387658"/>
                </a:lnTo>
                <a:lnTo>
                  <a:pt x="528450" y="382362"/>
                </a:lnTo>
                <a:lnTo>
                  <a:pt x="533487" y="377595"/>
                </a:lnTo>
                <a:lnTo>
                  <a:pt x="539053" y="373093"/>
                </a:lnTo>
                <a:lnTo>
                  <a:pt x="544619" y="368856"/>
                </a:lnTo>
                <a:lnTo>
                  <a:pt x="550186" y="364619"/>
                </a:lnTo>
                <a:lnTo>
                  <a:pt x="556282" y="360646"/>
                </a:lnTo>
                <a:lnTo>
                  <a:pt x="562378" y="357204"/>
                </a:lnTo>
                <a:lnTo>
                  <a:pt x="568475" y="354026"/>
                </a:lnTo>
                <a:lnTo>
                  <a:pt x="575102" y="351377"/>
                </a:lnTo>
                <a:lnTo>
                  <a:pt x="581728" y="348729"/>
                </a:lnTo>
                <a:lnTo>
                  <a:pt x="588355" y="346081"/>
                </a:lnTo>
                <a:lnTo>
                  <a:pt x="595511" y="344227"/>
                </a:lnTo>
                <a:lnTo>
                  <a:pt x="602403" y="342638"/>
                </a:lnTo>
                <a:lnTo>
                  <a:pt x="609560" y="341314"/>
                </a:lnTo>
                <a:lnTo>
                  <a:pt x="616982" y="340520"/>
                </a:lnTo>
                <a:lnTo>
                  <a:pt x="624403" y="339990"/>
                </a:lnTo>
                <a:lnTo>
                  <a:pt x="631825" y="339725"/>
                </a:lnTo>
                <a:close/>
                <a:moveTo>
                  <a:pt x="992942" y="242814"/>
                </a:moveTo>
                <a:lnTo>
                  <a:pt x="989237" y="243079"/>
                </a:lnTo>
                <a:lnTo>
                  <a:pt x="985797" y="243608"/>
                </a:lnTo>
                <a:lnTo>
                  <a:pt x="981827" y="244137"/>
                </a:lnTo>
                <a:lnTo>
                  <a:pt x="978387" y="244930"/>
                </a:lnTo>
                <a:lnTo>
                  <a:pt x="974947" y="245988"/>
                </a:lnTo>
                <a:lnTo>
                  <a:pt x="971506" y="247046"/>
                </a:lnTo>
                <a:lnTo>
                  <a:pt x="968331" y="248369"/>
                </a:lnTo>
                <a:lnTo>
                  <a:pt x="964890" y="249956"/>
                </a:lnTo>
                <a:lnTo>
                  <a:pt x="961714" y="251543"/>
                </a:lnTo>
                <a:lnTo>
                  <a:pt x="958803" y="253395"/>
                </a:lnTo>
                <a:lnTo>
                  <a:pt x="955892" y="255246"/>
                </a:lnTo>
                <a:lnTo>
                  <a:pt x="952981" y="257362"/>
                </a:lnTo>
                <a:lnTo>
                  <a:pt x="950335" y="259478"/>
                </a:lnTo>
                <a:lnTo>
                  <a:pt x="947424" y="261594"/>
                </a:lnTo>
                <a:lnTo>
                  <a:pt x="945042" y="264239"/>
                </a:lnTo>
                <a:lnTo>
                  <a:pt x="942660" y="266620"/>
                </a:lnTo>
                <a:lnTo>
                  <a:pt x="940278" y="269265"/>
                </a:lnTo>
                <a:lnTo>
                  <a:pt x="938161" y="272174"/>
                </a:lnTo>
                <a:lnTo>
                  <a:pt x="936044" y="275084"/>
                </a:lnTo>
                <a:lnTo>
                  <a:pt x="934192" y="277993"/>
                </a:lnTo>
                <a:lnTo>
                  <a:pt x="932604" y="280903"/>
                </a:lnTo>
                <a:lnTo>
                  <a:pt x="931016" y="284077"/>
                </a:lnTo>
                <a:lnTo>
                  <a:pt x="929428" y="287251"/>
                </a:lnTo>
                <a:lnTo>
                  <a:pt x="927840" y="290425"/>
                </a:lnTo>
                <a:lnTo>
                  <a:pt x="926782" y="294128"/>
                </a:lnTo>
                <a:lnTo>
                  <a:pt x="925723" y="297567"/>
                </a:lnTo>
                <a:lnTo>
                  <a:pt x="924929" y="301005"/>
                </a:lnTo>
                <a:lnTo>
                  <a:pt x="924400" y="304444"/>
                </a:lnTo>
                <a:lnTo>
                  <a:pt x="923870" y="308147"/>
                </a:lnTo>
                <a:lnTo>
                  <a:pt x="923606" y="312114"/>
                </a:lnTo>
                <a:lnTo>
                  <a:pt x="923606" y="315817"/>
                </a:lnTo>
                <a:lnTo>
                  <a:pt x="923606" y="319520"/>
                </a:lnTo>
                <a:lnTo>
                  <a:pt x="923870" y="323223"/>
                </a:lnTo>
                <a:lnTo>
                  <a:pt x="924400" y="326662"/>
                </a:lnTo>
                <a:lnTo>
                  <a:pt x="924929" y="330630"/>
                </a:lnTo>
                <a:lnTo>
                  <a:pt x="925723" y="334068"/>
                </a:lnTo>
                <a:lnTo>
                  <a:pt x="926782" y="337242"/>
                </a:lnTo>
                <a:lnTo>
                  <a:pt x="927840" y="340681"/>
                </a:lnTo>
                <a:lnTo>
                  <a:pt x="929428" y="343855"/>
                </a:lnTo>
                <a:lnTo>
                  <a:pt x="931016" y="347293"/>
                </a:lnTo>
                <a:lnTo>
                  <a:pt x="932604" y="350467"/>
                </a:lnTo>
                <a:lnTo>
                  <a:pt x="934192" y="353377"/>
                </a:lnTo>
                <a:lnTo>
                  <a:pt x="936044" y="356286"/>
                </a:lnTo>
                <a:lnTo>
                  <a:pt x="938161" y="359196"/>
                </a:lnTo>
                <a:lnTo>
                  <a:pt x="940278" y="361841"/>
                </a:lnTo>
                <a:lnTo>
                  <a:pt x="942660" y="364486"/>
                </a:lnTo>
                <a:lnTo>
                  <a:pt x="945042" y="367131"/>
                </a:lnTo>
                <a:lnTo>
                  <a:pt x="947424" y="369512"/>
                </a:lnTo>
                <a:lnTo>
                  <a:pt x="950335" y="371892"/>
                </a:lnTo>
                <a:lnTo>
                  <a:pt x="952981" y="374008"/>
                </a:lnTo>
                <a:lnTo>
                  <a:pt x="955892" y="375860"/>
                </a:lnTo>
                <a:lnTo>
                  <a:pt x="958803" y="377711"/>
                </a:lnTo>
                <a:lnTo>
                  <a:pt x="961714" y="379563"/>
                </a:lnTo>
                <a:lnTo>
                  <a:pt x="964890" y="381150"/>
                </a:lnTo>
                <a:lnTo>
                  <a:pt x="968331" y="382472"/>
                </a:lnTo>
                <a:lnTo>
                  <a:pt x="971506" y="383795"/>
                </a:lnTo>
                <a:lnTo>
                  <a:pt x="974947" y="385117"/>
                </a:lnTo>
                <a:lnTo>
                  <a:pt x="978387" y="386175"/>
                </a:lnTo>
                <a:lnTo>
                  <a:pt x="981827" y="386969"/>
                </a:lnTo>
                <a:lnTo>
                  <a:pt x="985797" y="387498"/>
                </a:lnTo>
                <a:lnTo>
                  <a:pt x="989237" y="388027"/>
                </a:lnTo>
                <a:lnTo>
                  <a:pt x="992942" y="388291"/>
                </a:lnTo>
                <a:lnTo>
                  <a:pt x="996647" y="388291"/>
                </a:lnTo>
                <a:lnTo>
                  <a:pt x="1000352" y="388291"/>
                </a:lnTo>
                <a:lnTo>
                  <a:pt x="1004057" y="388027"/>
                </a:lnTo>
                <a:lnTo>
                  <a:pt x="1007762" y="387498"/>
                </a:lnTo>
                <a:lnTo>
                  <a:pt x="1011467" y="386969"/>
                </a:lnTo>
                <a:lnTo>
                  <a:pt x="1014908" y="386175"/>
                </a:lnTo>
                <a:lnTo>
                  <a:pt x="1018348" y="385117"/>
                </a:lnTo>
                <a:lnTo>
                  <a:pt x="1021524" y="383795"/>
                </a:lnTo>
                <a:lnTo>
                  <a:pt x="1025229" y="382472"/>
                </a:lnTo>
                <a:lnTo>
                  <a:pt x="1028405" y="381150"/>
                </a:lnTo>
                <a:lnTo>
                  <a:pt x="1031580" y="379563"/>
                </a:lnTo>
                <a:lnTo>
                  <a:pt x="1034491" y="377711"/>
                </a:lnTo>
                <a:lnTo>
                  <a:pt x="1037403" y="375860"/>
                </a:lnTo>
                <a:lnTo>
                  <a:pt x="1040314" y="374008"/>
                </a:lnTo>
                <a:lnTo>
                  <a:pt x="1043225" y="371892"/>
                </a:lnTo>
                <a:lnTo>
                  <a:pt x="1045871" y="369512"/>
                </a:lnTo>
                <a:lnTo>
                  <a:pt x="1048253" y="367131"/>
                </a:lnTo>
                <a:lnTo>
                  <a:pt x="1050635" y="364486"/>
                </a:lnTo>
                <a:lnTo>
                  <a:pt x="1053017" y="361841"/>
                </a:lnTo>
                <a:lnTo>
                  <a:pt x="1055134" y="359196"/>
                </a:lnTo>
                <a:lnTo>
                  <a:pt x="1057251" y="356286"/>
                </a:lnTo>
                <a:lnTo>
                  <a:pt x="1059103" y="353377"/>
                </a:lnTo>
                <a:lnTo>
                  <a:pt x="1060956" y="350467"/>
                </a:lnTo>
                <a:lnTo>
                  <a:pt x="1062544" y="347293"/>
                </a:lnTo>
                <a:lnTo>
                  <a:pt x="1064132" y="343855"/>
                </a:lnTo>
                <a:lnTo>
                  <a:pt x="1065455" y="340681"/>
                </a:lnTo>
                <a:lnTo>
                  <a:pt x="1066513" y="337242"/>
                </a:lnTo>
                <a:lnTo>
                  <a:pt x="1067572" y="334068"/>
                </a:lnTo>
                <a:lnTo>
                  <a:pt x="1068366" y="330630"/>
                </a:lnTo>
                <a:lnTo>
                  <a:pt x="1068895" y="326662"/>
                </a:lnTo>
                <a:lnTo>
                  <a:pt x="1069424" y="323223"/>
                </a:lnTo>
                <a:lnTo>
                  <a:pt x="1069689" y="319520"/>
                </a:lnTo>
                <a:lnTo>
                  <a:pt x="1069689" y="315817"/>
                </a:lnTo>
                <a:lnTo>
                  <a:pt x="1069689" y="312114"/>
                </a:lnTo>
                <a:lnTo>
                  <a:pt x="1069424" y="308147"/>
                </a:lnTo>
                <a:lnTo>
                  <a:pt x="1068895" y="304444"/>
                </a:lnTo>
                <a:lnTo>
                  <a:pt x="1068366" y="301005"/>
                </a:lnTo>
                <a:lnTo>
                  <a:pt x="1067572" y="297567"/>
                </a:lnTo>
                <a:lnTo>
                  <a:pt x="1066513" y="294128"/>
                </a:lnTo>
                <a:lnTo>
                  <a:pt x="1065455" y="290425"/>
                </a:lnTo>
                <a:lnTo>
                  <a:pt x="1064132" y="287251"/>
                </a:lnTo>
                <a:lnTo>
                  <a:pt x="1062544" y="284077"/>
                </a:lnTo>
                <a:lnTo>
                  <a:pt x="1060956" y="280903"/>
                </a:lnTo>
                <a:lnTo>
                  <a:pt x="1059103" y="277993"/>
                </a:lnTo>
                <a:lnTo>
                  <a:pt x="1057251" y="275084"/>
                </a:lnTo>
                <a:lnTo>
                  <a:pt x="1055134" y="272174"/>
                </a:lnTo>
                <a:lnTo>
                  <a:pt x="1053017" y="269265"/>
                </a:lnTo>
                <a:lnTo>
                  <a:pt x="1050635" y="266620"/>
                </a:lnTo>
                <a:lnTo>
                  <a:pt x="1048253" y="264239"/>
                </a:lnTo>
                <a:lnTo>
                  <a:pt x="1045871" y="261594"/>
                </a:lnTo>
                <a:lnTo>
                  <a:pt x="1043225" y="259478"/>
                </a:lnTo>
                <a:lnTo>
                  <a:pt x="1040314" y="257362"/>
                </a:lnTo>
                <a:lnTo>
                  <a:pt x="1037403" y="255246"/>
                </a:lnTo>
                <a:lnTo>
                  <a:pt x="1034491" y="253395"/>
                </a:lnTo>
                <a:lnTo>
                  <a:pt x="1031580" y="251543"/>
                </a:lnTo>
                <a:lnTo>
                  <a:pt x="1028405" y="249956"/>
                </a:lnTo>
                <a:lnTo>
                  <a:pt x="1025229" y="248369"/>
                </a:lnTo>
                <a:lnTo>
                  <a:pt x="1021524" y="247046"/>
                </a:lnTo>
                <a:lnTo>
                  <a:pt x="1018348" y="245988"/>
                </a:lnTo>
                <a:lnTo>
                  <a:pt x="1014908" y="244930"/>
                </a:lnTo>
                <a:lnTo>
                  <a:pt x="1011467" y="244137"/>
                </a:lnTo>
                <a:lnTo>
                  <a:pt x="1007762" y="243608"/>
                </a:lnTo>
                <a:lnTo>
                  <a:pt x="1004057" y="243079"/>
                </a:lnTo>
                <a:lnTo>
                  <a:pt x="1000352" y="242814"/>
                </a:lnTo>
                <a:lnTo>
                  <a:pt x="996647" y="242814"/>
                </a:lnTo>
                <a:lnTo>
                  <a:pt x="992942" y="242814"/>
                </a:lnTo>
                <a:close/>
                <a:moveTo>
                  <a:pt x="632233" y="242814"/>
                </a:moveTo>
                <a:lnTo>
                  <a:pt x="619795" y="243079"/>
                </a:lnTo>
                <a:lnTo>
                  <a:pt x="607357" y="243872"/>
                </a:lnTo>
                <a:lnTo>
                  <a:pt x="595183" y="245459"/>
                </a:lnTo>
                <a:lnTo>
                  <a:pt x="583274" y="247575"/>
                </a:lnTo>
                <a:lnTo>
                  <a:pt x="571365" y="250221"/>
                </a:lnTo>
                <a:lnTo>
                  <a:pt x="559986" y="253659"/>
                </a:lnTo>
                <a:lnTo>
                  <a:pt x="548606" y="257627"/>
                </a:lnTo>
                <a:lnTo>
                  <a:pt x="537756" y="261859"/>
                </a:lnTo>
                <a:lnTo>
                  <a:pt x="526905" y="266620"/>
                </a:lnTo>
                <a:lnTo>
                  <a:pt x="516055" y="272174"/>
                </a:lnTo>
                <a:lnTo>
                  <a:pt x="505998" y="277993"/>
                </a:lnTo>
                <a:lnTo>
                  <a:pt x="496207" y="284077"/>
                </a:lnTo>
                <a:lnTo>
                  <a:pt x="486679" y="291219"/>
                </a:lnTo>
                <a:lnTo>
                  <a:pt x="477417" y="298360"/>
                </a:lnTo>
                <a:lnTo>
                  <a:pt x="468684" y="305766"/>
                </a:lnTo>
                <a:lnTo>
                  <a:pt x="460480" y="313966"/>
                </a:lnTo>
                <a:lnTo>
                  <a:pt x="452276" y="322165"/>
                </a:lnTo>
                <a:lnTo>
                  <a:pt x="444601" y="331159"/>
                </a:lnTo>
                <a:lnTo>
                  <a:pt x="437191" y="340152"/>
                </a:lnTo>
                <a:lnTo>
                  <a:pt x="430575" y="349938"/>
                </a:lnTo>
                <a:lnTo>
                  <a:pt x="424224" y="359725"/>
                </a:lnTo>
                <a:lnTo>
                  <a:pt x="418401" y="369776"/>
                </a:lnTo>
                <a:lnTo>
                  <a:pt x="413109" y="380092"/>
                </a:lnTo>
                <a:lnTo>
                  <a:pt x="408080" y="390936"/>
                </a:lnTo>
                <a:lnTo>
                  <a:pt x="403846" y="402046"/>
                </a:lnTo>
                <a:lnTo>
                  <a:pt x="399876" y="413419"/>
                </a:lnTo>
                <a:lnTo>
                  <a:pt x="396701" y="424793"/>
                </a:lnTo>
                <a:lnTo>
                  <a:pt x="394054" y="436431"/>
                </a:lnTo>
                <a:lnTo>
                  <a:pt x="391937" y="448598"/>
                </a:lnTo>
                <a:lnTo>
                  <a:pt x="390349" y="460765"/>
                </a:lnTo>
                <a:lnTo>
                  <a:pt x="389291" y="472932"/>
                </a:lnTo>
                <a:lnTo>
                  <a:pt x="389026" y="485364"/>
                </a:lnTo>
                <a:lnTo>
                  <a:pt x="389291" y="498060"/>
                </a:lnTo>
                <a:lnTo>
                  <a:pt x="390349" y="510227"/>
                </a:lnTo>
                <a:lnTo>
                  <a:pt x="391937" y="522395"/>
                </a:lnTo>
                <a:lnTo>
                  <a:pt x="394054" y="534562"/>
                </a:lnTo>
                <a:lnTo>
                  <a:pt x="396701" y="546200"/>
                </a:lnTo>
                <a:lnTo>
                  <a:pt x="399876" y="557838"/>
                </a:lnTo>
                <a:lnTo>
                  <a:pt x="403846" y="568947"/>
                </a:lnTo>
                <a:lnTo>
                  <a:pt x="408080" y="580056"/>
                </a:lnTo>
                <a:lnTo>
                  <a:pt x="413109" y="590901"/>
                </a:lnTo>
                <a:lnTo>
                  <a:pt x="418401" y="601217"/>
                </a:lnTo>
                <a:lnTo>
                  <a:pt x="424224" y="611532"/>
                </a:lnTo>
                <a:lnTo>
                  <a:pt x="430575" y="621319"/>
                </a:lnTo>
                <a:lnTo>
                  <a:pt x="437191" y="630841"/>
                </a:lnTo>
                <a:lnTo>
                  <a:pt x="444601" y="640099"/>
                </a:lnTo>
                <a:lnTo>
                  <a:pt x="452276" y="648827"/>
                </a:lnTo>
                <a:lnTo>
                  <a:pt x="460480" y="657291"/>
                </a:lnTo>
                <a:lnTo>
                  <a:pt x="468684" y="665491"/>
                </a:lnTo>
                <a:lnTo>
                  <a:pt x="477417" y="672897"/>
                </a:lnTo>
                <a:lnTo>
                  <a:pt x="486679" y="680039"/>
                </a:lnTo>
                <a:lnTo>
                  <a:pt x="496207" y="687180"/>
                </a:lnTo>
                <a:lnTo>
                  <a:pt x="505998" y="693264"/>
                </a:lnTo>
                <a:lnTo>
                  <a:pt x="516055" y="699083"/>
                </a:lnTo>
                <a:lnTo>
                  <a:pt x="526905" y="704637"/>
                </a:lnTo>
                <a:lnTo>
                  <a:pt x="537756" y="709399"/>
                </a:lnTo>
                <a:lnTo>
                  <a:pt x="548606" y="713631"/>
                </a:lnTo>
                <a:lnTo>
                  <a:pt x="559986" y="717598"/>
                </a:lnTo>
                <a:lnTo>
                  <a:pt x="571365" y="721037"/>
                </a:lnTo>
                <a:lnTo>
                  <a:pt x="583274" y="723682"/>
                </a:lnTo>
                <a:lnTo>
                  <a:pt x="595183" y="725798"/>
                </a:lnTo>
                <a:lnTo>
                  <a:pt x="607357" y="727385"/>
                </a:lnTo>
                <a:lnTo>
                  <a:pt x="619795" y="728178"/>
                </a:lnTo>
                <a:lnTo>
                  <a:pt x="632233" y="728443"/>
                </a:lnTo>
                <a:lnTo>
                  <a:pt x="644672" y="728178"/>
                </a:lnTo>
                <a:lnTo>
                  <a:pt x="657110" y="727385"/>
                </a:lnTo>
                <a:lnTo>
                  <a:pt x="669283" y="725798"/>
                </a:lnTo>
                <a:lnTo>
                  <a:pt x="681192" y="723682"/>
                </a:lnTo>
                <a:lnTo>
                  <a:pt x="693101" y="721037"/>
                </a:lnTo>
                <a:lnTo>
                  <a:pt x="704746" y="717598"/>
                </a:lnTo>
                <a:lnTo>
                  <a:pt x="715861" y="713631"/>
                </a:lnTo>
                <a:lnTo>
                  <a:pt x="726976" y="709399"/>
                </a:lnTo>
                <a:lnTo>
                  <a:pt x="737561" y="704637"/>
                </a:lnTo>
                <a:lnTo>
                  <a:pt x="748147" y="699083"/>
                </a:lnTo>
                <a:lnTo>
                  <a:pt x="758204" y="693264"/>
                </a:lnTo>
                <a:lnTo>
                  <a:pt x="767995" y="687180"/>
                </a:lnTo>
                <a:lnTo>
                  <a:pt x="777523" y="680039"/>
                </a:lnTo>
                <a:lnTo>
                  <a:pt x="786785" y="672897"/>
                </a:lnTo>
                <a:lnTo>
                  <a:pt x="795518" y="665491"/>
                </a:lnTo>
                <a:lnTo>
                  <a:pt x="803987" y="657291"/>
                </a:lnTo>
                <a:lnTo>
                  <a:pt x="811926" y="648827"/>
                </a:lnTo>
                <a:lnTo>
                  <a:pt x="819866" y="640099"/>
                </a:lnTo>
                <a:lnTo>
                  <a:pt x="826746" y="630841"/>
                </a:lnTo>
                <a:lnTo>
                  <a:pt x="833627" y="621319"/>
                </a:lnTo>
                <a:lnTo>
                  <a:pt x="839978" y="611532"/>
                </a:lnTo>
                <a:lnTo>
                  <a:pt x="845801" y="601217"/>
                </a:lnTo>
                <a:lnTo>
                  <a:pt x="851094" y="590901"/>
                </a:lnTo>
                <a:lnTo>
                  <a:pt x="856122" y="580056"/>
                </a:lnTo>
                <a:lnTo>
                  <a:pt x="860356" y="568947"/>
                </a:lnTo>
                <a:lnTo>
                  <a:pt x="864061" y="557838"/>
                </a:lnTo>
                <a:lnTo>
                  <a:pt x="867501" y="546200"/>
                </a:lnTo>
                <a:lnTo>
                  <a:pt x="870148" y="534562"/>
                </a:lnTo>
                <a:lnTo>
                  <a:pt x="872265" y="522395"/>
                </a:lnTo>
                <a:lnTo>
                  <a:pt x="873853" y="510227"/>
                </a:lnTo>
                <a:lnTo>
                  <a:pt x="874911" y="498060"/>
                </a:lnTo>
                <a:lnTo>
                  <a:pt x="875176" y="485364"/>
                </a:lnTo>
                <a:lnTo>
                  <a:pt x="874911" y="472932"/>
                </a:lnTo>
                <a:lnTo>
                  <a:pt x="873853" y="460765"/>
                </a:lnTo>
                <a:lnTo>
                  <a:pt x="872265" y="448598"/>
                </a:lnTo>
                <a:lnTo>
                  <a:pt x="870148" y="436431"/>
                </a:lnTo>
                <a:lnTo>
                  <a:pt x="867501" y="424793"/>
                </a:lnTo>
                <a:lnTo>
                  <a:pt x="864061" y="413419"/>
                </a:lnTo>
                <a:lnTo>
                  <a:pt x="860356" y="402046"/>
                </a:lnTo>
                <a:lnTo>
                  <a:pt x="856122" y="390936"/>
                </a:lnTo>
                <a:lnTo>
                  <a:pt x="851094" y="380092"/>
                </a:lnTo>
                <a:lnTo>
                  <a:pt x="845801" y="369776"/>
                </a:lnTo>
                <a:lnTo>
                  <a:pt x="839978" y="359725"/>
                </a:lnTo>
                <a:lnTo>
                  <a:pt x="833627" y="349938"/>
                </a:lnTo>
                <a:lnTo>
                  <a:pt x="826746" y="340152"/>
                </a:lnTo>
                <a:lnTo>
                  <a:pt x="819866" y="331159"/>
                </a:lnTo>
                <a:lnTo>
                  <a:pt x="811926" y="322165"/>
                </a:lnTo>
                <a:lnTo>
                  <a:pt x="803987" y="313966"/>
                </a:lnTo>
                <a:lnTo>
                  <a:pt x="795518" y="305766"/>
                </a:lnTo>
                <a:lnTo>
                  <a:pt x="786785" y="298360"/>
                </a:lnTo>
                <a:lnTo>
                  <a:pt x="777523" y="291219"/>
                </a:lnTo>
                <a:lnTo>
                  <a:pt x="767995" y="284077"/>
                </a:lnTo>
                <a:lnTo>
                  <a:pt x="758204" y="277993"/>
                </a:lnTo>
                <a:lnTo>
                  <a:pt x="748147" y="272174"/>
                </a:lnTo>
                <a:lnTo>
                  <a:pt x="737561" y="266620"/>
                </a:lnTo>
                <a:lnTo>
                  <a:pt x="726976" y="261859"/>
                </a:lnTo>
                <a:lnTo>
                  <a:pt x="715861" y="257627"/>
                </a:lnTo>
                <a:lnTo>
                  <a:pt x="704746" y="253659"/>
                </a:lnTo>
                <a:lnTo>
                  <a:pt x="693101" y="250221"/>
                </a:lnTo>
                <a:lnTo>
                  <a:pt x="681192" y="247575"/>
                </a:lnTo>
                <a:lnTo>
                  <a:pt x="669283" y="245459"/>
                </a:lnTo>
                <a:lnTo>
                  <a:pt x="657110" y="243872"/>
                </a:lnTo>
                <a:lnTo>
                  <a:pt x="644672" y="243079"/>
                </a:lnTo>
                <a:lnTo>
                  <a:pt x="632233" y="242814"/>
                </a:lnTo>
                <a:close/>
                <a:moveTo>
                  <a:pt x="291902" y="0"/>
                </a:moveTo>
                <a:lnTo>
                  <a:pt x="389026" y="0"/>
                </a:lnTo>
                <a:lnTo>
                  <a:pt x="394054" y="265"/>
                </a:lnTo>
                <a:lnTo>
                  <a:pt x="398818" y="529"/>
                </a:lnTo>
                <a:lnTo>
                  <a:pt x="403846" y="1058"/>
                </a:lnTo>
                <a:lnTo>
                  <a:pt x="408610" y="1852"/>
                </a:lnTo>
                <a:lnTo>
                  <a:pt x="413373" y="2910"/>
                </a:lnTo>
                <a:lnTo>
                  <a:pt x="417872" y="4232"/>
                </a:lnTo>
                <a:lnTo>
                  <a:pt x="422636" y="5819"/>
                </a:lnTo>
                <a:lnTo>
                  <a:pt x="426870" y="7406"/>
                </a:lnTo>
                <a:lnTo>
                  <a:pt x="431104" y="9522"/>
                </a:lnTo>
                <a:lnTo>
                  <a:pt x="435339" y="11903"/>
                </a:lnTo>
                <a:lnTo>
                  <a:pt x="439308" y="14019"/>
                </a:lnTo>
                <a:lnTo>
                  <a:pt x="443543" y="16664"/>
                </a:lnTo>
                <a:lnTo>
                  <a:pt x="447248" y="19309"/>
                </a:lnTo>
                <a:lnTo>
                  <a:pt x="450953" y="21954"/>
                </a:lnTo>
                <a:lnTo>
                  <a:pt x="454393" y="25128"/>
                </a:lnTo>
                <a:lnTo>
                  <a:pt x="457569" y="28302"/>
                </a:lnTo>
                <a:lnTo>
                  <a:pt x="461009" y="31741"/>
                </a:lnTo>
                <a:lnTo>
                  <a:pt x="464185" y="35179"/>
                </a:lnTo>
                <a:lnTo>
                  <a:pt x="466831" y="38882"/>
                </a:lnTo>
                <a:lnTo>
                  <a:pt x="469478" y="42585"/>
                </a:lnTo>
                <a:lnTo>
                  <a:pt x="472124" y="46553"/>
                </a:lnTo>
                <a:lnTo>
                  <a:pt x="474241" y="50785"/>
                </a:lnTo>
                <a:lnTo>
                  <a:pt x="476358" y="55017"/>
                </a:lnTo>
                <a:lnTo>
                  <a:pt x="478476" y="59249"/>
                </a:lnTo>
                <a:lnTo>
                  <a:pt x="480328" y="63481"/>
                </a:lnTo>
                <a:lnTo>
                  <a:pt x="481916" y="68242"/>
                </a:lnTo>
                <a:lnTo>
                  <a:pt x="483239" y="72739"/>
                </a:lnTo>
                <a:lnTo>
                  <a:pt x="484298" y="77500"/>
                </a:lnTo>
                <a:lnTo>
                  <a:pt x="485092" y="82261"/>
                </a:lnTo>
                <a:lnTo>
                  <a:pt x="485621" y="87286"/>
                </a:lnTo>
                <a:lnTo>
                  <a:pt x="486150" y="92047"/>
                </a:lnTo>
                <a:lnTo>
                  <a:pt x="486150" y="97073"/>
                </a:lnTo>
                <a:lnTo>
                  <a:pt x="1069689" y="97073"/>
                </a:lnTo>
                <a:lnTo>
                  <a:pt x="1074717" y="97073"/>
                </a:lnTo>
                <a:lnTo>
                  <a:pt x="1079745" y="97602"/>
                </a:lnTo>
                <a:lnTo>
                  <a:pt x="1084509" y="98131"/>
                </a:lnTo>
                <a:lnTo>
                  <a:pt x="1089273" y="98925"/>
                </a:lnTo>
                <a:lnTo>
                  <a:pt x="1093772" y="99983"/>
                </a:lnTo>
                <a:lnTo>
                  <a:pt x="1098535" y="101305"/>
                </a:lnTo>
                <a:lnTo>
                  <a:pt x="1103034" y="102892"/>
                </a:lnTo>
                <a:lnTo>
                  <a:pt x="1107533" y="104744"/>
                </a:lnTo>
                <a:lnTo>
                  <a:pt x="1111767" y="106595"/>
                </a:lnTo>
                <a:lnTo>
                  <a:pt x="1115737" y="108711"/>
                </a:lnTo>
                <a:lnTo>
                  <a:pt x="1119971" y="111092"/>
                </a:lnTo>
                <a:lnTo>
                  <a:pt x="1123941" y="113737"/>
                </a:lnTo>
                <a:lnTo>
                  <a:pt x="1127646" y="116382"/>
                </a:lnTo>
                <a:lnTo>
                  <a:pt x="1131351" y="119027"/>
                </a:lnTo>
                <a:lnTo>
                  <a:pt x="1134791" y="122201"/>
                </a:lnTo>
                <a:lnTo>
                  <a:pt x="1138496" y="125639"/>
                </a:lnTo>
                <a:lnTo>
                  <a:pt x="1141672" y="128813"/>
                </a:lnTo>
                <a:lnTo>
                  <a:pt x="1144583" y="132252"/>
                </a:lnTo>
                <a:lnTo>
                  <a:pt x="1147494" y="135955"/>
                </a:lnTo>
                <a:lnTo>
                  <a:pt x="1150141" y="139658"/>
                </a:lnTo>
                <a:lnTo>
                  <a:pt x="1152522" y="143890"/>
                </a:lnTo>
                <a:lnTo>
                  <a:pt x="1155169" y="147858"/>
                </a:lnTo>
                <a:lnTo>
                  <a:pt x="1157286" y="152090"/>
                </a:lnTo>
                <a:lnTo>
                  <a:pt x="1159139" y="156322"/>
                </a:lnTo>
                <a:lnTo>
                  <a:pt x="1160991" y="160818"/>
                </a:lnTo>
                <a:lnTo>
                  <a:pt x="1162579" y="165315"/>
                </a:lnTo>
                <a:lnTo>
                  <a:pt x="1163902" y="169811"/>
                </a:lnTo>
                <a:lnTo>
                  <a:pt x="1164961" y="174573"/>
                </a:lnTo>
                <a:lnTo>
                  <a:pt x="1165755" y="179334"/>
                </a:lnTo>
                <a:lnTo>
                  <a:pt x="1166284" y="184359"/>
                </a:lnTo>
                <a:lnTo>
                  <a:pt x="1166813" y="189120"/>
                </a:lnTo>
                <a:lnTo>
                  <a:pt x="1166813" y="194146"/>
                </a:lnTo>
                <a:lnTo>
                  <a:pt x="1166813" y="777111"/>
                </a:lnTo>
                <a:lnTo>
                  <a:pt x="1166813" y="782137"/>
                </a:lnTo>
                <a:lnTo>
                  <a:pt x="1166284" y="786898"/>
                </a:lnTo>
                <a:lnTo>
                  <a:pt x="1165755" y="791924"/>
                </a:lnTo>
                <a:lnTo>
                  <a:pt x="1164961" y="796949"/>
                </a:lnTo>
                <a:lnTo>
                  <a:pt x="1163902" y="801446"/>
                </a:lnTo>
                <a:lnTo>
                  <a:pt x="1162579" y="805942"/>
                </a:lnTo>
                <a:lnTo>
                  <a:pt x="1160991" y="810439"/>
                </a:lnTo>
                <a:lnTo>
                  <a:pt x="1159139" y="815200"/>
                </a:lnTo>
                <a:lnTo>
                  <a:pt x="1157286" y="819432"/>
                </a:lnTo>
                <a:lnTo>
                  <a:pt x="1155169" y="823400"/>
                </a:lnTo>
                <a:lnTo>
                  <a:pt x="1152522" y="827632"/>
                </a:lnTo>
                <a:lnTo>
                  <a:pt x="1150141" y="831335"/>
                </a:lnTo>
                <a:lnTo>
                  <a:pt x="1147494" y="835567"/>
                </a:lnTo>
                <a:lnTo>
                  <a:pt x="1144583" y="839005"/>
                </a:lnTo>
                <a:lnTo>
                  <a:pt x="1141672" y="842708"/>
                </a:lnTo>
                <a:lnTo>
                  <a:pt x="1138496" y="845882"/>
                </a:lnTo>
                <a:lnTo>
                  <a:pt x="1134791" y="849056"/>
                </a:lnTo>
                <a:lnTo>
                  <a:pt x="1131351" y="852495"/>
                </a:lnTo>
                <a:lnTo>
                  <a:pt x="1127646" y="855140"/>
                </a:lnTo>
                <a:lnTo>
                  <a:pt x="1123941" y="858049"/>
                </a:lnTo>
                <a:lnTo>
                  <a:pt x="1119971" y="860430"/>
                </a:lnTo>
                <a:lnTo>
                  <a:pt x="1115737" y="862811"/>
                </a:lnTo>
                <a:lnTo>
                  <a:pt x="1111767" y="864927"/>
                </a:lnTo>
                <a:lnTo>
                  <a:pt x="1107533" y="866778"/>
                </a:lnTo>
                <a:lnTo>
                  <a:pt x="1103034" y="868630"/>
                </a:lnTo>
                <a:lnTo>
                  <a:pt x="1098535" y="870217"/>
                </a:lnTo>
                <a:lnTo>
                  <a:pt x="1093772" y="871539"/>
                </a:lnTo>
                <a:lnTo>
                  <a:pt x="1089273" y="872597"/>
                </a:lnTo>
                <a:lnTo>
                  <a:pt x="1084509" y="873655"/>
                </a:lnTo>
                <a:lnTo>
                  <a:pt x="1079745" y="874184"/>
                </a:lnTo>
                <a:lnTo>
                  <a:pt x="1074717" y="874449"/>
                </a:lnTo>
                <a:lnTo>
                  <a:pt x="1069689" y="874713"/>
                </a:lnTo>
                <a:lnTo>
                  <a:pt x="97124" y="874713"/>
                </a:lnTo>
                <a:lnTo>
                  <a:pt x="92361" y="874449"/>
                </a:lnTo>
                <a:lnTo>
                  <a:pt x="87332" y="874184"/>
                </a:lnTo>
                <a:lnTo>
                  <a:pt x="82304" y="873655"/>
                </a:lnTo>
                <a:lnTo>
                  <a:pt x="77541" y="872597"/>
                </a:lnTo>
                <a:lnTo>
                  <a:pt x="73042" y="871539"/>
                </a:lnTo>
                <a:lnTo>
                  <a:pt x="68543" y="870217"/>
                </a:lnTo>
                <a:lnTo>
                  <a:pt x="63779" y="868630"/>
                </a:lnTo>
                <a:lnTo>
                  <a:pt x="59545" y="866778"/>
                </a:lnTo>
                <a:lnTo>
                  <a:pt x="55311" y="864927"/>
                </a:lnTo>
                <a:lnTo>
                  <a:pt x="51076" y="862811"/>
                </a:lnTo>
                <a:lnTo>
                  <a:pt x="47107" y="860430"/>
                </a:lnTo>
                <a:lnTo>
                  <a:pt x="42872" y="858049"/>
                </a:lnTo>
                <a:lnTo>
                  <a:pt x="39167" y="855140"/>
                </a:lnTo>
                <a:lnTo>
                  <a:pt x="35462" y="852495"/>
                </a:lnTo>
                <a:lnTo>
                  <a:pt x="32022" y="849056"/>
                </a:lnTo>
                <a:lnTo>
                  <a:pt x="28846" y="845882"/>
                </a:lnTo>
                <a:lnTo>
                  <a:pt x="25406" y="842708"/>
                </a:lnTo>
                <a:lnTo>
                  <a:pt x="22230" y="839005"/>
                </a:lnTo>
                <a:lnTo>
                  <a:pt x="19319" y="835567"/>
                </a:lnTo>
                <a:lnTo>
                  <a:pt x="16673" y="831335"/>
                </a:lnTo>
                <a:lnTo>
                  <a:pt x="14291" y="827632"/>
                </a:lnTo>
                <a:lnTo>
                  <a:pt x="11909" y="823400"/>
                </a:lnTo>
                <a:lnTo>
                  <a:pt x="9792" y="819432"/>
                </a:lnTo>
                <a:lnTo>
                  <a:pt x="7675" y="815200"/>
                </a:lnTo>
                <a:lnTo>
                  <a:pt x="5822" y="810439"/>
                </a:lnTo>
                <a:lnTo>
                  <a:pt x="4499" y="805942"/>
                </a:lnTo>
                <a:lnTo>
                  <a:pt x="3176" y="801446"/>
                </a:lnTo>
                <a:lnTo>
                  <a:pt x="2117" y="796949"/>
                </a:lnTo>
                <a:lnTo>
                  <a:pt x="1059" y="791924"/>
                </a:lnTo>
                <a:lnTo>
                  <a:pt x="529" y="786898"/>
                </a:lnTo>
                <a:lnTo>
                  <a:pt x="265" y="782137"/>
                </a:lnTo>
                <a:lnTo>
                  <a:pt x="40" y="777875"/>
                </a:lnTo>
                <a:lnTo>
                  <a:pt x="0" y="777875"/>
                </a:lnTo>
                <a:lnTo>
                  <a:pt x="0" y="777111"/>
                </a:lnTo>
                <a:lnTo>
                  <a:pt x="0" y="194146"/>
                </a:lnTo>
                <a:lnTo>
                  <a:pt x="0" y="193675"/>
                </a:lnTo>
                <a:lnTo>
                  <a:pt x="25" y="193675"/>
                </a:lnTo>
                <a:lnTo>
                  <a:pt x="265" y="189120"/>
                </a:lnTo>
                <a:lnTo>
                  <a:pt x="529" y="184359"/>
                </a:lnTo>
                <a:lnTo>
                  <a:pt x="1059" y="179334"/>
                </a:lnTo>
                <a:lnTo>
                  <a:pt x="2117" y="174573"/>
                </a:lnTo>
                <a:lnTo>
                  <a:pt x="3176" y="169811"/>
                </a:lnTo>
                <a:lnTo>
                  <a:pt x="4499" y="165315"/>
                </a:lnTo>
                <a:lnTo>
                  <a:pt x="5822" y="160818"/>
                </a:lnTo>
                <a:lnTo>
                  <a:pt x="7675" y="156322"/>
                </a:lnTo>
                <a:lnTo>
                  <a:pt x="9792" y="152090"/>
                </a:lnTo>
                <a:lnTo>
                  <a:pt x="11909" y="147858"/>
                </a:lnTo>
                <a:lnTo>
                  <a:pt x="14291" y="143890"/>
                </a:lnTo>
                <a:lnTo>
                  <a:pt x="16673" y="139658"/>
                </a:lnTo>
                <a:lnTo>
                  <a:pt x="19319" y="135955"/>
                </a:lnTo>
                <a:lnTo>
                  <a:pt x="22230" y="132252"/>
                </a:lnTo>
                <a:lnTo>
                  <a:pt x="25406" y="128813"/>
                </a:lnTo>
                <a:lnTo>
                  <a:pt x="28846" y="125639"/>
                </a:lnTo>
                <a:lnTo>
                  <a:pt x="32022" y="122201"/>
                </a:lnTo>
                <a:lnTo>
                  <a:pt x="35462" y="119027"/>
                </a:lnTo>
                <a:lnTo>
                  <a:pt x="39167" y="116382"/>
                </a:lnTo>
                <a:lnTo>
                  <a:pt x="42872" y="113737"/>
                </a:lnTo>
                <a:lnTo>
                  <a:pt x="47107" y="111092"/>
                </a:lnTo>
                <a:lnTo>
                  <a:pt x="51076" y="108711"/>
                </a:lnTo>
                <a:lnTo>
                  <a:pt x="55311" y="106595"/>
                </a:lnTo>
                <a:lnTo>
                  <a:pt x="59545" y="104744"/>
                </a:lnTo>
                <a:lnTo>
                  <a:pt x="63779" y="102892"/>
                </a:lnTo>
                <a:lnTo>
                  <a:pt x="68543" y="101305"/>
                </a:lnTo>
                <a:lnTo>
                  <a:pt x="73042" y="99983"/>
                </a:lnTo>
                <a:lnTo>
                  <a:pt x="77541" y="98925"/>
                </a:lnTo>
                <a:lnTo>
                  <a:pt x="82304" y="98131"/>
                </a:lnTo>
                <a:lnTo>
                  <a:pt x="87332" y="97602"/>
                </a:lnTo>
                <a:lnTo>
                  <a:pt x="92361" y="97073"/>
                </a:lnTo>
                <a:lnTo>
                  <a:pt x="97124" y="97073"/>
                </a:lnTo>
                <a:lnTo>
                  <a:pt x="194513" y="97073"/>
                </a:lnTo>
                <a:lnTo>
                  <a:pt x="194778" y="92047"/>
                </a:lnTo>
                <a:lnTo>
                  <a:pt x="195042" y="87286"/>
                </a:lnTo>
                <a:lnTo>
                  <a:pt x="195836" y="82261"/>
                </a:lnTo>
                <a:lnTo>
                  <a:pt x="196630" y="77500"/>
                </a:lnTo>
                <a:lnTo>
                  <a:pt x="197953" y="72739"/>
                </a:lnTo>
                <a:lnTo>
                  <a:pt x="199277" y="68242"/>
                </a:lnTo>
                <a:lnTo>
                  <a:pt x="200600" y="63481"/>
                </a:lnTo>
                <a:lnTo>
                  <a:pt x="202452" y="59249"/>
                </a:lnTo>
                <a:lnTo>
                  <a:pt x="204305" y="55017"/>
                </a:lnTo>
                <a:lnTo>
                  <a:pt x="206422" y="50785"/>
                </a:lnTo>
                <a:lnTo>
                  <a:pt x="208804" y="46553"/>
                </a:lnTo>
                <a:lnTo>
                  <a:pt x="211186" y="42585"/>
                </a:lnTo>
                <a:lnTo>
                  <a:pt x="213832" y="38882"/>
                </a:lnTo>
                <a:lnTo>
                  <a:pt x="217008" y="35179"/>
                </a:lnTo>
                <a:lnTo>
                  <a:pt x="219919" y="31741"/>
                </a:lnTo>
                <a:lnTo>
                  <a:pt x="223095" y="28302"/>
                </a:lnTo>
                <a:lnTo>
                  <a:pt x="226535" y="25128"/>
                </a:lnTo>
                <a:lnTo>
                  <a:pt x="229975" y="21954"/>
                </a:lnTo>
                <a:lnTo>
                  <a:pt x="233680" y="19309"/>
                </a:lnTo>
                <a:lnTo>
                  <a:pt x="237650" y="16664"/>
                </a:lnTo>
                <a:lnTo>
                  <a:pt x="241355" y="14019"/>
                </a:lnTo>
                <a:lnTo>
                  <a:pt x="245589" y="11903"/>
                </a:lnTo>
                <a:lnTo>
                  <a:pt x="249559" y="9522"/>
                </a:lnTo>
                <a:lnTo>
                  <a:pt x="254058" y="7406"/>
                </a:lnTo>
                <a:lnTo>
                  <a:pt x="258557" y="5819"/>
                </a:lnTo>
                <a:lnTo>
                  <a:pt x="262791" y="4232"/>
                </a:lnTo>
                <a:lnTo>
                  <a:pt x="267555" y="2910"/>
                </a:lnTo>
                <a:lnTo>
                  <a:pt x="272054" y="1852"/>
                </a:lnTo>
                <a:lnTo>
                  <a:pt x="277082" y="1058"/>
                </a:lnTo>
                <a:lnTo>
                  <a:pt x="281845" y="529"/>
                </a:lnTo>
                <a:lnTo>
                  <a:pt x="286874" y="265"/>
                </a:lnTo>
                <a:lnTo>
                  <a:pt x="291902" y="0"/>
                </a:lnTo>
                <a:close/>
              </a:path>
            </a:pathLst>
          </a:custGeom>
          <a:solidFill>
            <a:srgbClr val="2B2D2C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250764" y="4896720"/>
            <a:ext cx="20882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3633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Free images and videos you can use anywhere. All images and videos on Pixabay</a:t>
            </a:r>
            <a:endParaRPr lang="zh-CN" altLang="en-US" sz="1400" dirty="0">
              <a:solidFill>
                <a:srgbClr val="36333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KSO_Shape"/>
          <p:cNvSpPr/>
          <p:nvPr/>
        </p:nvSpPr>
        <p:spPr bwMode="auto">
          <a:xfrm>
            <a:off x="9950751" y="1042594"/>
            <a:ext cx="439033" cy="823187"/>
          </a:xfrm>
          <a:custGeom>
            <a:avLst/>
            <a:gdLst>
              <a:gd name="T0" fmla="*/ 134485 w 2938"/>
              <a:gd name="T1" fmla="*/ 2420 h 5511"/>
              <a:gd name="T2" fmla="*/ 89887 w 2938"/>
              <a:gd name="T3" fmla="*/ 15901 h 5511"/>
              <a:gd name="T4" fmla="*/ 51858 w 2938"/>
              <a:gd name="T5" fmla="*/ 41481 h 5511"/>
              <a:gd name="T6" fmla="*/ 22817 w 2938"/>
              <a:gd name="T7" fmla="*/ 77085 h 5511"/>
              <a:gd name="T8" fmla="*/ 4840 w 2938"/>
              <a:gd name="T9" fmla="*/ 119257 h 5511"/>
              <a:gd name="T10" fmla="*/ 0 w 2938"/>
              <a:gd name="T11" fmla="*/ 1746336 h 5511"/>
              <a:gd name="T12" fmla="*/ 4840 w 2938"/>
              <a:gd name="T13" fmla="*/ 1786089 h 5511"/>
              <a:gd name="T14" fmla="*/ 22817 w 2938"/>
              <a:gd name="T15" fmla="*/ 1828606 h 5511"/>
              <a:gd name="T16" fmla="*/ 51858 w 2938"/>
              <a:gd name="T17" fmla="*/ 1863865 h 5511"/>
              <a:gd name="T18" fmla="*/ 89887 w 2938"/>
              <a:gd name="T19" fmla="*/ 1889445 h 5511"/>
              <a:gd name="T20" fmla="*/ 134485 w 2938"/>
              <a:gd name="T21" fmla="*/ 1903272 h 5511"/>
              <a:gd name="T22" fmla="*/ 864989 w 2938"/>
              <a:gd name="T23" fmla="*/ 1905000 h 5511"/>
              <a:gd name="T24" fmla="*/ 911316 w 2938"/>
              <a:gd name="T25" fmla="*/ 1895667 h 5511"/>
              <a:gd name="T26" fmla="*/ 952111 w 2938"/>
              <a:gd name="T27" fmla="*/ 1873544 h 5511"/>
              <a:gd name="T28" fmla="*/ 984263 w 2938"/>
              <a:gd name="T29" fmla="*/ 1841396 h 5511"/>
              <a:gd name="T30" fmla="*/ 1006043 w 2938"/>
              <a:gd name="T31" fmla="*/ 1800953 h 5511"/>
              <a:gd name="T32" fmla="*/ 1015377 w 2938"/>
              <a:gd name="T33" fmla="*/ 1754633 h 5511"/>
              <a:gd name="T34" fmla="*/ 1013994 w 2938"/>
              <a:gd name="T35" fmla="*/ 134812 h 5511"/>
              <a:gd name="T36" fmla="*/ 999820 w 2938"/>
              <a:gd name="T37" fmla="*/ 90220 h 5511"/>
              <a:gd name="T38" fmla="*/ 974237 w 2938"/>
              <a:gd name="T39" fmla="*/ 52542 h 5511"/>
              <a:gd name="T40" fmla="*/ 938973 w 2938"/>
              <a:gd name="T41" fmla="*/ 23160 h 5511"/>
              <a:gd name="T42" fmla="*/ 896450 w 2938"/>
              <a:gd name="T43" fmla="*/ 5531 h 5511"/>
              <a:gd name="T44" fmla="*/ 412789 w 2938"/>
              <a:gd name="T45" fmla="*/ 127553 h 5511"/>
              <a:gd name="T46" fmla="*/ 615380 w 2938"/>
              <a:gd name="T47" fmla="*/ 129973 h 5511"/>
              <a:gd name="T48" fmla="*/ 629209 w 2938"/>
              <a:gd name="T49" fmla="*/ 141034 h 5511"/>
              <a:gd name="T50" fmla="*/ 635086 w 2938"/>
              <a:gd name="T51" fmla="*/ 159009 h 5511"/>
              <a:gd name="T52" fmla="*/ 630938 w 2938"/>
              <a:gd name="T53" fmla="*/ 174219 h 5511"/>
              <a:gd name="T54" fmla="*/ 618146 w 2938"/>
              <a:gd name="T55" fmla="*/ 187009 h 5511"/>
              <a:gd name="T56" fmla="*/ 412789 w 2938"/>
              <a:gd name="T57" fmla="*/ 190811 h 5511"/>
              <a:gd name="T58" fmla="*/ 397577 w 2938"/>
              <a:gd name="T59" fmla="*/ 187009 h 5511"/>
              <a:gd name="T60" fmla="*/ 384440 w 2938"/>
              <a:gd name="T61" fmla="*/ 174219 h 5511"/>
              <a:gd name="T62" fmla="*/ 380637 w 2938"/>
              <a:gd name="T63" fmla="*/ 159009 h 5511"/>
              <a:gd name="T64" fmla="*/ 386168 w 2938"/>
              <a:gd name="T65" fmla="*/ 141034 h 5511"/>
              <a:gd name="T66" fmla="*/ 400343 w 2938"/>
              <a:gd name="T67" fmla="*/ 129973 h 5511"/>
              <a:gd name="T68" fmla="*/ 507516 w 2938"/>
              <a:gd name="T69" fmla="*/ 1841742 h 5511"/>
              <a:gd name="T70" fmla="*/ 479513 w 2938"/>
              <a:gd name="T71" fmla="*/ 1837594 h 5511"/>
              <a:gd name="T72" fmla="*/ 454275 w 2938"/>
              <a:gd name="T73" fmla="*/ 1825495 h 5511"/>
              <a:gd name="T74" fmla="*/ 434223 w 2938"/>
              <a:gd name="T75" fmla="*/ 1806829 h 5511"/>
              <a:gd name="T76" fmla="*/ 420049 w 2938"/>
              <a:gd name="T77" fmla="*/ 1783323 h 5511"/>
              <a:gd name="T78" fmla="*/ 413134 w 2938"/>
              <a:gd name="T79" fmla="*/ 1756015 h 5511"/>
              <a:gd name="T80" fmla="*/ 413826 w 2938"/>
              <a:gd name="T81" fmla="*/ 1731818 h 5511"/>
              <a:gd name="T82" fmla="*/ 422123 w 2938"/>
              <a:gd name="T83" fmla="*/ 1704856 h 5511"/>
              <a:gd name="T84" fmla="*/ 437335 w 2938"/>
              <a:gd name="T85" fmla="*/ 1682387 h 5511"/>
              <a:gd name="T86" fmla="*/ 458078 w 2938"/>
              <a:gd name="T87" fmla="*/ 1665103 h 5511"/>
              <a:gd name="T88" fmla="*/ 483661 w 2938"/>
              <a:gd name="T89" fmla="*/ 1654042 h 5511"/>
              <a:gd name="T90" fmla="*/ 507516 w 2938"/>
              <a:gd name="T91" fmla="*/ 1651277 h 5511"/>
              <a:gd name="T92" fmla="*/ 536210 w 2938"/>
              <a:gd name="T93" fmla="*/ 1655425 h 5511"/>
              <a:gd name="T94" fmla="*/ 561102 w 2938"/>
              <a:gd name="T95" fmla="*/ 1667523 h 5511"/>
              <a:gd name="T96" fmla="*/ 581154 w 2938"/>
              <a:gd name="T97" fmla="*/ 1685498 h 5511"/>
              <a:gd name="T98" fmla="*/ 595674 w 2938"/>
              <a:gd name="T99" fmla="*/ 1709349 h 5511"/>
              <a:gd name="T100" fmla="*/ 602589 w 2938"/>
              <a:gd name="T101" fmla="*/ 1737003 h 5511"/>
              <a:gd name="T102" fmla="*/ 601897 w 2938"/>
              <a:gd name="T103" fmla="*/ 1761200 h 5511"/>
              <a:gd name="T104" fmla="*/ 593600 w 2938"/>
              <a:gd name="T105" fmla="*/ 1787817 h 5511"/>
              <a:gd name="T106" fmla="*/ 578388 w 2938"/>
              <a:gd name="T107" fmla="*/ 1810631 h 5511"/>
              <a:gd name="T108" fmla="*/ 556954 w 2938"/>
              <a:gd name="T109" fmla="*/ 1827915 h 5511"/>
              <a:gd name="T110" fmla="*/ 531370 w 2938"/>
              <a:gd name="T111" fmla="*/ 1838631 h 5511"/>
              <a:gd name="T112" fmla="*/ 952456 w 2938"/>
              <a:gd name="T113" fmla="*/ 1587673 h 5511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2938" h="5511">
                <a:moveTo>
                  <a:pt x="2479" y="0"/>
                </a:moveTo>
                <a:lnTo>
                  <a:pt x="458" y="0"/>
                </a:lnTo>
                <a:lnTo>
                  <a:pt x="435" y="1"/>
                </a:lnTo>
                <a:lnTo>
                  <a:pt x="412" y="3"/>
                </a:lnTo>
                <a:lnTo>
                  <a:pt x="389" y="7"/>
                </a:lnTo>
                <a:lnTo>
                  <a:pt x="366" y="11"/>
                </a:lnTo>
                <a:lnTo>
                  <a:pt x="345" y="16"/>
                </a:lnTo>
                <a:lnTo>
                  <a:pt x="322" y="22"/>
                </a:lnTo>
                <a:lnTo>
                  <a:pt x="301" y="29"/>
                </a:lnTo>
                <a:lnTo>
                  <a:pt x="281" y="37"/>
                </a:lnTo>
                <a:lnTo>
                  <a:pt x="260" y="46"/>
                </a:lnTo>
                <a:lnTo>
                  <a:pt x="240" y="56"/>
                </a:lnTo>
                <a:lnTo>
                  <a:pt x="221" y="67"/>
                </a:lnTo>
                <a:lnTo>
                  <a:pt x="203" y="80"/>
                </a:lnTo>
                <a:lnTo>
                  <a:pt x="184" y="93"/>
                </a:lnTo>
                <a:lnTo>
                  <a:pt x="167" y="106"/>
                </a:lnTo>
                <a:lnTo>
                  <a:pt x="150" y="120"/>
                </a:lnTo>
                <a:lnTo>
                  <a:pt x="135" y="135"/>
                </a:lnTo>
                <a:lnTo>
                  <a:pt x="119" y="152"/>
                </a:lnTo>
                <a:lnTo>
                  <a:pt x="104" y="169"/>
                </a:lnTo>
                <a:lnTo>
                  <a:pt x="91" y="186"/>
                </a:lnTo>
                <a:lnTo>
                  <a:pt x="78" y="203"/>
                </a:lnTo>
                <a:lnTo>
                  <a:pt x="66" y="223"/>
                </a:lnTo>
                <a:lnTo>
                  <a:pt x="55" y="242"/>
                </a:lnTo>
                <a:lnTo>
                  <a:pt x="45" y="261"/>
                </a:lnTo>
                <a:lnTo>
                  <a:pt x="35" y="281"/>
                </a:lnTo>
                <a:lnTo>
                  <a:pt x="27" y="303"/>
                </a:lnTo>
                <a:lnTo>
                  <a:pt x="20" y="324"/>
                </a:lnTo>
                <a:lnTo>
                  <a:pt x="14" y="345"/>
                </a:lnTo>
                <a:lnTo>
                  <a:pt x="9" y="368"/>
                </a:lnTo>
                <a:lnTo>
                  <a:pt x="5" y="390"/>
                </a:lnTo>
                <a:lnTo>
                  <a:pt x="2" y="413"/>
                </a:lnTo>
                <a:lnTo>
                  <a:pt x="0" y="437"/>
                </a:lnTo>
                <a:lnTo>
                  <a:pt x="0" y="460"/>
                </a:lnTo>
                <a:lnTo>
                  <a:pt x="0" y="5052"/>
                </a:lnTo>
                <a:lnTo>
                  <a:pt x="0" y="5076"/>
                </a:lnTo>
                <a:lnTo>
                  <a:pt x="2" y="5099"/>
                </a:lnTo>
                <a:lnTo>
                  <a:pt x="5" y="5122"/>
                </a:lnTo>
                <a:lnTo>
                  <a:pt x="9" y="5144"/>
                </a:lnTo>
                <a:lnTo>
                  <a:pt x="14" y="5167"/>
                </a:lnTo>
                <a:lnTo>
                  <a:pt x="20" y="5189"/>
                </a:lnTo>
                <a:lnTo>
                  <a:pt x="27" y="5210"/>
                </a:lnTo>
                <a:lnTo>
                  <a:pt x="35" y="5230"/>
                </a:lnTo>
                <a:lnTo>
                  <a:pt x="45" y="5251"/>
                </a:lnTo>
                <a:lnTo>
                  <a:pt x="55" y="5271"/>
                </a:lnTo>
                <a:lnTo>
                  <a:pt x="66" y="5290"/>
                </a:lnTo>
                <a:lnTo>
                  <a:pt x="78" y="5309"/>
                </a:lnTo>
                <a:lnTo>
                  <a:pt x="91" y="5327"/>
                </a:lnTo>
                <a:lnTo>
                  <a:pt x="104" y="5344"/>
                </a:lnTo>
                <a:lnTo>
                  <a:pt x="119" y="5360"/>
                </a:lnTo>
                <a:lnTo>
                  <a:pt x="135" y="5377"/>
                </a:lnTo>
                <a:lnTo>
                  <a:pt x="150" y="5392"/>
                </a:lnTo>
                <a:lnTo>
                  <a:pt x="167" y="5406"/>
                </a:lnTo>
                <a:lnTo>
                  <a:pt x="184" y="5420"/>
                </a:lnTo>
                <a:lnTo>
                  <a:pt x="203" y="5433"/>
                </a:lnTo>
                <a:lnTo>
                  <a:pt x="221" y="5445"/>
                </a:lnTo>
                <a:lnTo>
                  <a:pt x="240" y="5456"/>
                </a:lnTo>
                <a:lnTo>
                  <a:pt x="260" y="5466"/>
                </a:lnTo>
                <a:lnTo>
                  <a:pt x="281" y="5475"/>
                </a:lnTo>
                <a:lnTo>
                  <a:pt x="301" y="5484"/>
                </a:lnTo>
                <a:lnTo>
                  <a:pt x="322" y="5491"/>
                </a:lnTo>
                <a:lnTo>
                  <a:pt x="345" y="5497"/>
                </a:lnTo>
                <a:lnTo>
                  <a:pt x="366" y="5502"/>
                </a:lnTo>
                <a:lnTo>
                  <a:pt x="389" y="5506"/>
                </a:lnTo>
                <a:lnTo>
                  <a:pt x="412" y="5509"/>
                </a:lnTo>
                <a:lnTo>
                  <a:pt x="435" y="5511"/>
                </a:lnTo>
                <a:lnTo>
                  <a:pt x="458" y="5511"/>
                </a:lnTo>
                <a:lnTo>
                  <a:pt x="2479" y="5511"/>
                </a:lnTo>
                <a:lnTo>
                  <a:pt x="2502" y="5511"/>
                </a:lnTo>
                <a:lnTo>
                  <a:pt x="2525" y="5509"/>
                </a:lnTo>
                <a:lnTo>
                  <a:pt x="2549" y="5506"/>
                </a:lnTo>
                <a:lnTo>
                  <a:pt x="2571" y="5502"/>
                </a:lnTo>
                <a:lnTo>
                  <a:pt x="2593" y="5497"/>
                </a:lnTo>
                <a:lnTo>
                  <a:pt x="2615" y="5491"/>
                </a:lnTo>
                <a:lnTo>
                  <a:pt x="2636" y="5484"/>
                </a:lnTo>
                <a:lnTo>
                  <a:pt x="2657" y="5475"/>
                </a:lnTo>
                <a:lnTo>
                  <a:pt x="2677" y="5466"/>
                </a:lnTo>
                <a:lnTo>
                  <a:pt x="2698" y="5456"/>
                </a:lnTo>
                <a:lnTo>
                  <a:pt x="2716" y="5445"/>
                </a:lnTo>
                <a:lnTo>
                  <a:pt x="2735" y="5433"/>
                </a:lnTo>
                <a:lnTo>
                  <a:pt x="2754" y="5420"/>
                </a:lnTo>
                <a:lnTo>
                  <a:pt x="2771" y="5406"/>
                </a:lnTo>
                <a:lnTo>
                  <a:pt x="2787" y="5392"/>
                </a:lnTo>
                <a:lnTo>
                  <a:pt x="2803" y="5377"/>
                </a:lnTo>
                <a:lnTo>
                  <a:pt x="2818" y="5360"/>
                </a:lnTo>
                <a:lnTo>
                  <a:pt x="2833" y="5344"/>
                </a:lnTo>
                <a:lnTo>
                  <a:pt x="2847" y="5327"/>
                </a:lnTo>
                <a:lnTo>
                  <a:pt x="2859" y="5309"/>
                </a:lnTo>
                <a:lnTo>
                  <a:pt x="2871" y="5290"/>
                </a:lnTo>
                <a:lnTo>
                  <a:pt x="2882" y="5271"/>
                </a:lnTo>
                <a:lnTo>
                  <a:pt x="2892" y="5251"/>
                </a:lnTo>
                <a:lnTo>
                  <a:pt x="2902" y="5230"/>
                </a:lnTo>
                <a:lnTo>
                  <a:pt x="2910" y="5210"/>
                </a:lnTo>
                <a:lnTo>
                  <a:pt x="2918" y="5189"/>
                </a:lnTo>
                <a:lnTo>
                  <a:pt x="2924" y="5167"/>
                </a:lnTo>
                <a:lnTo>
                  <a:pt x="2929" y="5144"/>
                </a:lnTo>
                <a:lnTo>
                  <a:pt x="2933" y="5122"/>
                </a:lnTo>
                <a:lnTo>
                  <a:pt x="2936" y="5099"/>
                </a:lnTo>
                <a:lnTo>
                  <a:pt x="2937" y="5076"/>
                </a:lnTo>
                <a:lnTo>
                  <a:pt x="2938" y="5052"/>
                </a:lnTo>
                <a:lnTo>
                  <a:pt x="2938" y="460"/>
                </a:lnTo>
                <a:lnTo>
                  <a:pt x="2937" y="437"/>
                </a:lnTo>
                <a:lnTo>
                  <a:pt x="2936" y="413"/>
                </a:lnTo>
                <a:lnTo>
                  <a:pt x="2933" y="390"/>
                </a:lnTo>
                <a:lnTo>
                  <a:pt x="2929" y="368"/>
                </a:lnTo>
                <a:lnTo>
                  <a:pt x="2924" y="345"/>
                </a:lnTo>
                <a:lnTo>
                  <a:pt x="2918" y="324"/>
                </a:lnTo>
                <a:lnTo>
                  <a:pt x="2910" y="303"/>
                </a:lnTo>
                <a:lnTo>
                  <a:pt x="2902" y="281"/>
                </a:lnTo>
                <a:lnTo>
                  <a:pt x="2892" y="261"/>
                </a:lnTo>
                <a:lnTo>
                  <a:pt x="2882" y="242"/>
                </a:lnTo>
                <a:lnTo>
                  <a:pt x="2871" y="223"/>
                </a:lnTo>
                <a:lnTo>
                  <a:pt x="2859" y="203"/>
                </a:lnTo>
                <a:lnTo>
                  <a:pt x="2847" y="186"/>
                </a:lnTo>
                <a:lnTo>
                  <a:pt x="2833" y="169"/>
                </a:lnTo>
                <a:lnTo>
                  <a:pt x="2818" y="152"/>
                </a:lnTo>
                <a:lnTo>
                  <a:pt x="2803" y="135"/>
                </a:lnTo>
                <a:lnTo>
                  <a:pt x="2787" y="120"/>
                </a:lnTo>
                <a:lnTo>
                  <a:pt x="2771" y="106"/>
                </a:lnTo>
                <a:lnTo>
                  <a:pt x="2754" y="93"/>
                </a:lnTo>
                <a:lnTo>
                  <a:pt x="2735" y="80"/>
                </a:lnTo>
                <a:lnTo>
                  <a:pt x="2716" y="67"/>
                </a:lnTo>
                <a:lnTo>
                  <a:pt x="2698" y="56"/>
                </a:lnTo>
                <a:lnTo>
                  <a:pt x="2677" y="46"/>
                </a:lnTo>
                <a:lnTo>
                  <a:pt x="2657" y="37"/>
                </a:lnTo>
                <a:lnTo>
                  <a:pt x="2636" y="29"/>
                </a:lnTo>
                <a:lnTo>
                  <a:pt x="2615" y="22"/>
                </a:lnTo>
                <a:lnTo>
                  <a:pt x="2593" y="16"/>
                </a:lnTo>
                <a:lnTo>
                  <a:pt x="2571" y="11"/>
                </a:lnTo>
                <a:lnTo>
                  <a:pt x="2549" y="7"/>
                </a:lnTo>
                <a:lnTo>
                  <a:pt x="2525" y="3"/>
                </a:lnTo>
                <a:lnTo>
                  <a:pt x="2502" y="1"/>
                </a:lnTo>
                <a:lnTo>
                  <a:pt x="2479" y="0"/>
                </a:lnTo>
                <a:close/>
                <a:moveTo>
                  <a:pt x="1194" y="369"/>
                </a:moveTo>
                <a:lnTo>
                  <a:pt x="1744" y="369"/>
                </a:lnTo>
                <a:lnTo>
                  <a:pt x="1753" y="369"/>
                </a:lnTo>
                <a:lnTo>
                  <a:pt x="1763" y="370"/>
                </a:lnTo>
                <a:lnTo>
                  <a:pt x="1772" y="373"/>
                </a:lnTo>
                <a:lnTo>
                  <a:pt x="1780" y="376"/>
                </a:lnTo>
                <a:lnTo>
                  <a:pt x="1788" y="379"/>
                </a:lnTo>
                <a:lnTo>
                  <a:pt x="1796" y="384"/>
                </a:lnTo>
                <a:lnTo>
                  <a:pt x="1803" y="389"/>
                </a:lnTo>
                <a:lnTo>
                  <a:pt x="1809" y="395"/>
                </a:lnTo>
                <a:lnTo>
                  <a:pt x="1815" y="401"/>
                </a:lnTo>
                <a:lnTo>
                  <a:pt x="1820" y="408"/>
                </a:lnTo>
                <a:lnTo>
                  <a:pt x="1825" y="416"/>
                </a:lnTo>
                <a:lnTo>
                  <a:pt x="1828" y="424"/>
                </a:lnTo>
                <a:lnTo>
                  <a:pt x="1833" y="433"/>
                </a:lnTo>
                <a:lnTo>
                  <a:pt x="1835" y="442"/>
                </a:lnTo>
                <a:lnTo>
                  <a:pt x="1836" y="451"/>
                </a:lnTo>
                <a:lnTo>
                  <a:pt x="1837" y="460"/>
                </a:lnTo>
                <a:lnTo>
                  <a:pt x="1836" y="469"/>
                </a:lnTo>
                <a:lnTo>
                  <a:pt x="1835" y="478"/>
                </a:lnTo>
                <a:lnTo>
                  <a:pt x="1833" y="487"/>
                </a:lnTo>
                <a:lnTo>
                  <a:pt x="1828" y="495"/>
                </a:lnTo>
                <a:lnTo>
                  <a:pt x="1825" y="504"/>
                </a:lnTo>
                <a:lnTo>
                  <a:pt x="1820" y="512"/>
                </a:lnTo>
                <a:lnTo>
                  <a:pt x="1815" y="519"/>
                </a:lnTo>
                <a:lnTo>
                  <a:pt x="1809" y="525"/>
                </a:lnTo>
                <a:lnTo>
                  <a:pt x="1803" y="531"/>
                </a:lnTo>
                <a:lnTo>
                  <a:pt x="1796" y="536"/>
                </a:lnTo>
                <a:lnTo>
                  <a:pt x="1788" y="541"/>
                </a:lnTo>
                <a:lnTo>
                  <a:pt x="1780" y="545"/>
                </a:lnTo>
                <a:lnTo>
                  <a:pt x="1772" y="548"/>
                </a:lnTo>
                <a:lnTo>
                  <a:pt x="1763" y="550"/>
                </a:lnTo>
                <a:lnTo>
                  <a:pt x="1753" y="551"/>
                </a:lnTo>
                <a:lnTo>
                  <a:pt x="1744" y="552"/>
                </a:lnTo>
                <a:lnTo>
                  <a:pt x="1194" y="552"/>
                </a:lnTo>
                <a:lnTo>
                  <a:pt x="1184" y="551"/>
                </a:lnTo>
                <a:lnTo>
                  <a:pt x="1175" y="550"/>
                </a:lnTo>
                <a:lnTo>
                  <a:pt x="1166" y="548"/>
                </a:lnTo>
                <a:lnTo>
                  <a:pt x="1158" y="545"/>
                </a:lnTo>
                <a:lnTo>
                  <a:pt x="1150" y="541"/>
                </a:lnTo>
                <a:lnTo>
                  <a:pt x="1142" y="536"/>
                </a:lnTo>
                <a:lnTo>
                  <a:pt x="1135" y="531"/>
                </a:lnTo>
                <a:lnTo>
                  <a:pt x="1129" y="525"/>
                </a:lnTo>
                <a:lnTo>
                  <a:pt x="1123" y="519"/>
                </a:lnTo>
                <a:lnTo>
                  <a:pt x="1117" y="512"/>
                </a:lnTo>
                <a:lnTo>
                  <a:pt x="1112" y="504"/>
                </a:lnTo>
                <a:lnTo>
                  <a:pt x="1108" y="495"/>
                </a:lnTo>
                <a:lnTo>
                  <a:pt x="1105" y="487"/>
                </a:lnTo>
                <a:lnTo>
                  <a:pt x="1103" y="478"/>
                </a:lnTo>
                <a:lnTo>
                  <a:pt x="1102" y="469"/>
                </a:lnTo>
                <a:lnTo>
                  <a:pt x="1101" y="460"/>
                </a:lnTo>
                <a:lnTo>
                  <a:pt x="1102" y="451"/>
                </a:lnTo>
                <a:lnTo>
                  <a:pt x="1103" y="442"/>
                </a:lnTo>
                <a:lnTo>
                  <a:pt x="1105" y="433"/>
                </a:lnTo>
                <a:lnTo>
                  <a:pt x="1108" y="424"/>
                </a:lnTo>
                <a:lnTo>
                  <a:pt x="1112" y="416"/>
                </a:lnTo>
                <a:lnTo>
                  <a:pt x="1117" y="408"/>
                </a:lnTo>
                <a:lnTo>
                  <a:pt x="1123" y="401"/>
                </a:lnTo>
                <a:lnTo>
                  <a:pt x="1129" y="395"/>
                </a:lnTo>
                <a:lnTo>
                  <a:pt x="1135" y="389"/>
                </a:lnTo>
                <a:lnTo>
                  <a:pt x="1142" y="384"/>
                </a:lnTo>
                <a:lnTo>
                  <a:pt x="1150" y="379"/>
                </a:lnTo>
                <a:lnTo>
                  <a:pt x="1158" y="376"/>
                </a:lnTo>
                <a:lnTo>
                  <a:pt x="1166" y="373"/>
                </a:lnTo>
                <a:lnTo>
                  <a:pt x="1175" y="370"/>
                </a:lnTo>
                <a:lnTo>
                  <a:pt x="1184" y="369"/>
                </a:lnTo>
                <a:lnTo>
                  <a:pt x="1194" y="369"/>
                </a:lnTo>
                <a:close/>
                <a:moveTo>
                  <a:pt x="1468" y="5328"/>
                </a:moveTo>
                <a:lnTo>
                  <a:pt x="1468" y="5328"/>
                </a:lnTo>
                <a:lnTo>
                  <a:pt x="1454" y="5328"/>
                </a:lnTo>
                <a:lnTo>
                  <a:pt x="1441" y="5327"/>
                </a:lnTo>
                <a:lnTo>
                  <a:pt x="1427" y="5325"/>
                </a:lnTo>
                <a:lnTo>
                  <a:pt x="1414" y="5322"/>
                </a:lnTo>
                <a:lnTo>
                  <a:pt x="1399" y="5319"/>
                </a:lnTo>
                <a:lnTo>
                  <a:pt x="1387" y="5316"/>
                </a:lnTo>
                <a:lnTo>
                  <a:pt x="1374" y="5312"/>
                </a:lnTo>
                <a:lnTo>
                  <a:pt x="1362" y="5307"/>
                </a:lnTo>
                <a:lnTo>
                  <a:pt x="1350" y="5300"/>
                </a:lnTo>
                <a:lnTo>
                  <a:pt x="1338" y="5294"/>
                </a:lnTo>
                <a:lnTo>
                  <a:pt x="1325" y="5288"/>
                </a:lnTo>
                <a:lnTo>
                  <a:pt x="1314" y="5281"/>
                </a:lnTo>
                <a:lnTo>
                  <a:pt x="1304" y="5273"/>
                </a:lnTo>
                <a:lnTo>
                  <a:pt x="1294" y="5265"/>
                </a:lnTo>
                <a:lnTo>
                  <a:pt x="1284" y="5257"/>
                </a:lnTo>
                <a:lnTo>
                  <a:pt x="1274" y="5248"/>
                </a:lnTo>
                <a:lnTo>
                  <a:pt x="1265" y="5238"/>
                </a:lnTo>
                <a:lnTo>
                  <a:pt x="1256" y="5227"/>
                </a:lnTo>
                <a:lnTo>
                  <a:pt x="1248" y="5217"/>
                </a:lnTo>
                <a:lnTo>
                  <a:pt x="1240" y="5206"/>
                </a:lnTo>
                <a:lnTo>
                  <a:pt x="1233" y="5195"/>
                </a:lnTo>
                <a:lnTo>
                  <a:pt x="1227" y="5184"/>
                </a:lnTo>
                <a:lnTo>
                  <a:pt x="1221" y="5172"/>
                </a:lnTo>
                <a:lnTo>
                  <a:pt x="1215" y="5159"/>
                </a:lnTo>
                <a:lnTo>
                  <a:pt x="1210" y="5147"/>
                </a:lnTo>
                <a:lnTo>
                  <a:pt x="1206" y="5134"/>
                </a:lnTo>
                <a:lnTo>
                  <a:pt x="1202" y="5121"/>
                </a:lnTo>
                <a:lnTo>
                  <a:pt x="1199" y="5108"/>
                </a:lnTo>
                <a:lnTo>
                  <a:pt x="1197" y="5095"/>
                </a:lnTo>
                <a:lnTo>
                  <a:pt x="1195" y="5080"/>
                </a:lnTo>
                <a:lnTo>
                  <a:pt x="1194" y="5066"/>
                </a:lnTo>
                <a:lnTo>
                  <a:pt x="1194" y="5052"/>
                </a:lnTo>
                <a:lnTo>
                  <a:pt x="1194" y="5038"/>
                </a:lnTo>
                <a:lnTo>
                  <a:pt x="1195" y="5025"/>
                </a:lnTo>
                <a:lnTo>
                  <a:pt x="1197" y="5010"/>
                </a:lnTo>
                <a:lnTo>
                  <a:pt x="1199" y="4997"/>
                </a:lnTo>
                <a:lnTo>
                  <a:pt x="1202" y="4983"/>
                </a:lnTo>
                <a:lnTo>
                  <a:pt x="1206" y="4970"/>
                </a:lnTo>
                <a:lnTo>
                  <a:pt x="1210" y="4958"/>
                </a:lnTo>
                <a:lnTo>
                  <a:pt x="1215" y="4945"/>
                </a:lnTo>
                <a:lnTo>
                  <a:pt x="1221" y="4932"/>
                </a:lnTo>
                <a:lnTo>
                  <a:pt x="1227" y="4921"/>
                </a:lnTo>
                <a:lnTo>
                  <a:pt x="1233" y="4909"/>
                </a:lnTo>
                <a:lnTo>
                  <a:pt x="1240" y="4898"/>
                </a:lnTo>
                <a:lnTo>
                  <a:pt x="1248" y="4888"/>
                </a:lnTo>
                <a:lnTo>
                  <a:pt x="1256" y="4876"/>
                </a:lnTo>
                <a:lnTo>
                  <a:pt x="1265" y="4867"/>
                </a:lnTo>
                <a:lnTo>
                  <a:pt x="1274" y="4857"/>
                </a:lnTo>
                <a:lnTo>
                  <a:pt x="1284" y="4848"/>
                </a:lnTo>
                <a:lnTo>
                  <a:pt x="1294" y="4840"/>
                </a:lnTo>
                <a:lnTo>
                  <a:pt x="1304" y="4832"/>
                </a:lnTo>
                <a:lnTo>
                  <a:pt x="1314" y="4824"/>
                </a:lnTo>
                <a:lnTo>
                  <a:pt x="1325" y="4817"/>
                </a:lnTo>
                <a:lnTo>
                  <a:pt x="1338" y="4810"/>
                </a:lnTo>
                <a:lnTo>
                  <a:pt x="1350" y="4803"/>
                </a:lnTo>
                <a:lnTo>
                  <a:pt x="1362" y="4798"/>
                </a:lnTo>
                <a:lnTo>
                  <a:pt x="1374" y="4793"/>
                </a:lnTo>
                <a:lnTo>
                  <a:pt x="1387" y="4789"/>
                </a:lnTo>
                <a:lnTo>
                  <a:pt x="1399" y="4785"/>
                </a:lnTo>
                <a:lnTo>
                  <a:pt x="1414" y="4782"/>
                </a:lnTo>
                <a:lnTo>
                  <a:pt x="1427" y="4780"/>
                </a:lnTo>
                <a:lnTo>
                  <a:pt x="1441" y="4778"/>
                </a:lnTo>
                <a:lnTo>
                  <a:pt x="1454" y="4777"/>
                </a:lnTo>
                <a:lnTo>
                  <a:pt x="1468" y="4777"/>
                </a:lnTo>
                <a:lnTo>
                  <a:pt x="1483" y="4777"/>
                </a:lnTo>
                <a:lnTo>
                  <a:pt x="1497" y="4778"/>
                </a:lnTo>
                <a:lnTo>
                  <a:pt x="1511" y="4780"/>
                </a:lnTo>
                <a:lnTo>
                  <a:pt x="1524" y="4782"/>
                </a:lnTo>
                <a:lnTo>
                  <a:pt x="1537" y="4785"/>
                </a:lnTo>
                <a:lnTo>
                  <a:pt x="1551" y="4789"/>
                </a:lnTo>
                <a:lnTo>
                  <a:pt x="1564" y="4793"/>
                </a:lnTo>
                <a:lnTo>
                  <a:pt x="1576" y="4798"/>
                </a:lnTo>
                <a:lnTo>
                  <a:pt x="1588" y="4803"/>
                </a:lnTo>
                <a:lnTo>
                  <a:pt x="1600" y="4810"/>
                </a:lnTo>
                <a:lnTo>
                  <a:pt x="1611" y="4817"/>
                </a:lnTo>
                <a:lnTo>
                  <a:pt x="1623" y="4824"/>
                </a:lnTo>
                <a:lnTo>
                  <a:pt x="1634" y="4832"/>
                </a:lnTo>
                <a:lnTo>
                  <a:pt x="1644" y="4840"/>
                </a:lnTo>
                <a:lnTo>
                  <a:pt x="1654" y="4848"/>
                </a:lnTo>
                <a:lnTo>
                  <a:pt x="1664" y="4857"/>
                </a:lnTo>
                <a:lnTo>
                  <a:pt x="1673" y="4867"/>
                </a:lnTo>
                <a:lnTo>
                  <a:pt x="1681" y="4876"/>
                </a:lnTo>
                <a:lnTo>
                  <a:pt x="1690" y="4888"/>
                </a:lnTo>
                <a:lnTo>
                  <a:pt x="1698" y="4898"/>
                </a:lnTo>
                <a:lnTo>
                  <a:pt x="1705" y="4909"/>
                </a:lnTo>
                <a:lnTo>
                  <a:pt x="1711" y="4921"/>
                </a:lnTo>
                <a:lnTo>
                  <a:pt x="1717" y="4932"/>
                </a:lnTo>
                <a:lnTo>
                  <a:pt x="1723" y="4945"/>
                </a:lnTo>
                <a:lnTo>
                  <a:pt x="1728" y="4958"/>
                </a:lnTo>
                <a:lnTo>
                  <a:pt x="1732" y="4970"/>
                </a:lnTo>
                <a:lnTo>
                  <a:pt x="1736" y="4983"/>
                </a:lnTo>
                <a:lnTo>
                  <a:pt x="1739" y="4997"/>
                </a:lnTo>
                <a:lnTo>
                  <a:pt x="1741" y="5010"/>
                </a:lnTo>
                <a:lnTo>
                  <a:pt x="1743" y="5025"/>
                </a:lnTo>
                <a:lnTo>
                  <a:pt x="1744" y="5038"/>
                </a:lnTo>
                <a:lnTo>
                  <a:pt x="1744" y="5052"/>
                </a:lnTo>
                <a:lnTo>
                  <a:pt x="1744" y="5066"/>
                </a:lnTo>
                <a:lnTo>
                  <a:pt x="1743" y="5080"/>
                </a:lnTo>
                <a:lnTo>
                  <a:pt x="1741" y="5095"/>
                </a:lnTo>
                <a:lnTo>
                  <a:pt x="1739" y="5108"/>
                </a:lnTo>
                <a:lnTo>
                  <a:pt x="1736" y="5121"/>
                </a:lnTo>
                <a:lnTo>
                  <a:pt x="1732" y="5134"/>
                </a:lnTo>
                <a:lnTo>
                  <a:pt x="1728" y="5147"/>
                </a:lnTo>
                <a:lnTo>
                  <a:pt x="1723" y="5159"/>
                </a:lnTo>
                <a:lnTo>
                  <a:pt x="1717" y="5172"/>
                </a:lnTo>
                <a:lnTo>
                  <a:pt x="1711" y="5184"/>
                </a:lnTo>
                <a:lnTo>
                  <a:pt x="1705" y="5195"/>
                </a:lnTo>
                <a:lnTo>
                  <a:pt x="1698" y="5206"/>
                </a:lnTo>
                <a:lnTo>
                  <a:pt x="1690" y="5217"/>
                </a:lnTo>
                <a:lnTo>
                  <a:pt x="1681" y="5227"/>
                </a:lnTo>
                <a:lnTo>
                  <a:pt x="1673" y="5238"/>
                </a:lnTo>
                <a:lnTo>
                  <a:pt x="1664" y="5248"/>
                </a:lnTo>
                <a:lnTo>
                  <a:pt x="1654" y="5257"/>
                </a:lnTo>
                <a:lnTo>
                  <a:pt x="1644" y="5265"/>
                </a:lnTo>
                <a:lnTo>
                  <a:pt x="1634" y="5273"/>
                </a:lnTo>
                <a:lnTo>
                  <a:pt x="1623" y="5281"/>
                </a:lnTo>
                <a:lnTo>
                  <a:pt x="1611" y="5288"/>
                </a:lnTo>
                <a:lnTo>
                  <a:pt x="1600" y="5294"/>
                </a:lnTo>
                <a:lnTo>
                  <a:pt x="1588" y="5300"/>
                </a:lnTo>
                <a:lnTo>
                  <a:pt x="1576" y="5307"/>
                </a:lnTo>
                <a:lnTo>
                  <a:pt x="1564" y="5312"/>
                </a:lnTo>
                <a:lnTo>
                  <a:pt x="1551" y="5316"/>
                </a:lnTo>
                <a:lnTo>
                  <a:pt x="1537" y="5319"/>
                </a:lnTo>
                <a:lnTo>
                  <a:pt x="1524" y="5322"/>
                </a:lnTo>
                <a:lnTo>
                  <a:pt x="1511" y="5325"/>
                </a:lnTo>
                <a:lnTo>
                  <a:pt x="1497" y="5327"/>
                </a:lnTo>
                <a:lnTo>
                  <a:pt x="1483" y="5328"/>
                </a:lnTo>
                <a:lnTo>
                  <a:pt x="1468" y="5328"/>
                </a:lnTo>
                <a:close/>
                <a:moveTo>
                  <a:pt x="2755" y="4593"/>
                </a:moveTo>
                <a:lnTo>
                  <a:pt x="183" y="4593"/>
                </a:lnTo>
                <a:lnTo>
                  <a:pt x="183" y="919"/>
                </a:lnTo>
                <a:lnTo>
                  <a:pt x="2755" y="919"/>
                </a:lnTo>
                <a:lnTo>
                  <a:pt x="2755" y="4593"/>
                </a:lnTo>
                <a:close/>
              </a:path>
            </a:pathLst>
          </a:custGeom>
          <a:solidFill>
            <a:srgbClr val="2B2D2C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4680" y="1553845"/>
            <a:ext cx="4761230" cy="3584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Iris数据集是常用的分类实验数据集，由Fisher, 1936收集整理。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Iris也称鸢尾花卉数据集，是一类多重变量分析的数据集。数据集包含150个数据样本，分为3类，每类50个数据，每个数据包含4个属性。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鸢尾花（Iris）分类问题是一个典型的监督学习问题，目标是根据鸢尾花的四个特征（花萼长度、花萼宽度、花瓣长度和花瓣宽度）对其进行分类（共三类：Setosa，Versicolor 和 Virginica）。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24905" y="3917315"/>
            <a:ext cx="2113915" cy="20599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878570" y="768985"/>
            <a:ext cx="2552700" cy="153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685" y="172085"/>
            <a:ext cx="2241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结果展示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3085" y="688340"/>
            <a:ext cx="7630160" cy="5859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523605" y="804545"/>
            <a:ext cx="30079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https://github.com/Arwin-Yu/Iris-classification-based-on-a-neural-network-algorithm-using-pytorch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523605" y="2908300"/>
            <a:ext cx="2999740" cy="3156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5206774" y="432040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1881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05945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8993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12041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18137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22201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26265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15089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293138" y="962906"/>
            <a:ext cx="0" cy="3333129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090D0E"/>
                </a:gs>
                <a:gs pos="99000">
                  <a:srgbClr val="21222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5193724" y="962906"/>
            <a:ext cx="781776" cy="589282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5257363" y="962906"/>
            <a:ext cx="781776" cy="589282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5321002" y="962906"/>
            <a:ext cx="781776" cy="589282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384641" y="962906"/>
            <a:ext cx="781776" cy="589282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5448280" y="962906"/>
            <a:ext cx="781776" cy="589282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176294" y="433564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5145814" y="435088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115334" y="436612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084854" y="438136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054374" y="439660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023894" y="441184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4993414" y="442708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962934" y="444232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4932454" y="445756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901974" y="447280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871494" y="4488044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4638040" y="4929505"/>
            <a:ext cx="294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  <a:sym typeface="+mn-ea"/>
              </a:rPr>
              <a:t>pytorch2.0 环境配置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3" name="直接连接符 62"/>
          <p:cNvCxnSpPr/>
          <p:nvPr/>
        </p:nvCxnSpPr>
        <p:spPr>
          <a:xfrm>
            <a:off x="5085837" y="5551409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Single"/>
      </p:transition>
    </mc:Choice>
    <mc:Fallback>
      <p:transition spd="slow" advClick="0" advTm="4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429125" y="184815"/>
            <a:ext cx="333375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E0B07E"/>
                </a:solidFill>
              </a:rPr>
              <a:t>Why pytorch2.0</a:t>
            </a:r>
            <a:r>
              <a:rPr lang="zh-CN" altLang="en-US" sz="3200" dirty="0">
                <a:solidFill>
                  <a:srgbClr val="E0B07E"/>
                </a:solidFill>
              </a:rPr>
              <a:t>？</a:t>
            </a:r>
            <a:endParaRPr lang="zh-CN" altLang="en-US" sz="3200" dirty="0">
              <a:solidFill>
                <a:srgbClr val="E0B07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49811" y="1761083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149811" y="3113265"/>
            <a:ext cx="715805" cy="715805"/>
          </a:xfrm>
          <a:prstGeom prst="rect">
            <a:avLst/>
          </a:prstGeom>
          <a:solidFill>
            <a:srgbClr val="E0B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150153" y="4751708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030220" y="2206625"/>
            <a:ext cx="5324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compiled_model = torch.compile(model)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，实现模型近一倍的提速</a:t>
            </a:r>
            <a:endParaRPr lang="zh-CN" sz="1400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30154" y="1712595"/>
            <a:ext cx="42577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训练速度快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30220" y="3607435"/>
            <a:ext cx="70415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从早期版本开始，API 一直保持一致。支持 CPU、GPU、并行处理以及分布式训练。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30154" y="3112769"/>
            <a:ext cx="567227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E0B07E"/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可用性强</a:t>
            </a:r>
            <a:endParaRPr lang="en-US" altLang="zh-CN" sz="2400" dirty="0">
              <a:solidFill>
                <a:srgbClr val="E0B07E"/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42590" y="5245735"/>
            <a:ext cx="5132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微软雅黑" panose="020B0503020204020204" pitchFamily="34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标志着用户可以大胆的进行版本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微软雅黑" panose="020B0503020204020204" pitchFamily="34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升级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微软雅黑" panose="020B0503020204020204" pitchFamily="34" charset="-122"/>
              <a:cs typeface="Nirmala UI Semilight" panose="020B04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43073" y="4751212"/>
            <a:ext cx="70889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100％向后兼容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994718" y="824314"/>
            <a:ext cx="4202565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 invX="1"/>
      </p:transition>
    </mc:Choice>
    <mc:Fallback>
      <p:transition spd="slow" advClick="0" advTm="4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54685" y="172085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1.1 </a:t>
            </a:r>
            <a:r>
              <a:rPr lang="en-US" altLang="zh-CN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编程环境管理：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Anaconda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54685" y="1080135"/>
            <a:ext cx="1085659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Anaconda 是一个流行的开源数据科学平台，旨在简化数据科学和机器学习任务的环境配置和包管理。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Anaconda 提供了以下主要功能：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一站式安装：Anaconda 包含了许多常用的数据科学和机器学习库。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环境管理：Anaconda 允许用户创建和管理多个独立的环境。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3.</a:t>
            </a:r>
            <a:r>
              <a:rPr lang="zh-CN" altLang="en-US">
                <a:solidFill>
                  <a:schemeClr val="bg1"/>
                </a:solidFill>
              </a:rPr>
              <a:t>包管理：Anaconda 使用名为 Conda 的包管理器来安装、更新和管理库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Jupyter Notebook：Anaconda 集成了 Jupyter Notebook。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71440" y="4822825"/>
            <a:ext cx="1822450" cy="1117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圆角矩形 2"/>
          <p:cNvSpPr/>
          <p:nvPr/>
        </p:nvSpPr>
        <p:spPr>
          <a:xfrm>
            <a:off x="3164840" y="4495165"/>
            <a:ext cx="1705610" cy="9512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项目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zh-CN" altLang="en-US"/>
          </a:p>
          <a:p>
            <a:pPr algn="ctr"/>
            <a:r>
              <a:rPr lang="en-US" altLang="zh-CN"/>
              <a:t>pytorch </a:t>
            </a:r>
            <a:r>
              <a:rPr lang="en-US" altLang="zh-CN"/>
              <a:t>cpu</a:t>
            </a:r>
            <a:endParaRPr lang="en-US" altLang="zh-CN"/>
          </a:p>
          <a:p>
            <a:pPr algn="ctr"/>
            <a:r>
              <a:rPr lang="en-US" altLang="zh-CN"/>
              <a:t>python1.0</a:t>
            </a:r>
            <a:endParaRPr lang="en-US" altLang="zh-CN"/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1002665" y="5547360"/>
            <a:ext cx="1705610" cy="9512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项目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pPr algn="ctr"/>
            <a:r>
              <a:rPr lang="en-US" altLang="zh-CN"/>
              <a:t>pytorch </a:t>
            </a:r>
            <a:r>
              <a:rPr lang="en-US" altLang="zh-CN"/>
              <a:t>gpu</a:t>
            </a:r>
            <a:endParaRPr lang="en-US" altLang="zh-CN"/>
          </a:p>
          <a:p>
            <a:pPr algn="ctr"/>
            <a:r>
              <a:rPr lang="en-US" altLang="zh-CN"/>
              <a:t>python2.0</a:t>
            </a:r>
            <a:endParaRPr lang="en-US" altLang="zh-CN"/>
          </a:p>
        </p:txBody>
      </p:sp>
      <p:cxnSp>
        <p:nvCxnSpPr>
          <p:cNvPr id="7" name="直接箭头连接符 6"/>
          <p:cNvCxnSpPr>
            <a:stCxn id="6" idx="3"/>
          </p:cNvCxnSpPr>
          <p:nvPr/>
        </p:nvCxnSpPr>
        <p:spPr>
          <a:xfrm flipV="1">
            <a:off x="2708275" y="5891530"/>
            <a:ext cx="2440940" cy="1314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3" idx="3"/>
          </p:cNvCxnSpPr>
          <p:nvPr/>
        </p:nvCxnSpPr>
        <p:spPr>
          <a:xfrm>
            <a:off x="4870450" y="4970780"/>
            <a:ext cx="503555" cy="318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685" y="172085"/>
            <a:ext cx="387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1.2 </a:t>
            </a:r>
            <a:r>
              <a:rPr lang="en-US" altLang="zh-CN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集成开发环境：</a:t>
            </a:r>
            <a:r>
              <a:rPr lang="en-US" altLang="zh-CN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IDE</a:t>
            </a:r>
            <a:endParaRPr lang="en-US" altLang="zh-CN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877895" y="2092960"/>
            <a:ext cx="1841600" cy="1082672"/>
          </a:xfrm>
          <a:prstGeom prst="rect">
            <a:avLst/>
          </a:prstGeom>
          <a:solidFill>
            <a:srgbClr val="E0B07E"/>
          </a:solidFill>
          <a:ln>
            <a:noFill/>
          </a:ln>
          <a:effectLst>
            <a:outerShdw blurRad="139700" dist="203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3877895" y="3361124"/>
            <a:ext cx="1841600" cy="10826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39700" dist="203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矩形 7"/>
          <p:cNvSpPr/>
          <p:nvPr/>
        </p:nvSpPr>
        <p:spPr>
          <a:xfrm>
            <a:off x="5889575" y="2092960"/>
            <a:ext cx="1841600" cy="10826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39700" dist="203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9" name="矩形 8"/>
          <p:cNvSpPr/>
          <p:nvPr/>
        </p:nvSpPr>
        <p:spPr>
          <a:xfrm>
            <a:off x="5889575" y="3361124"/>
            <a:ext cx="1841600" cy="1082672"/>
          </a:xfrm>
          <a:prstGeom prst="rect">
            <a:avLst/>
          </a:prstGeom>
          <a:solidFill>
            <a:srgbClr val="E0B07E"/>
          </a:solidFill>
          <a:ln>
            <a:noFill/>
          </a:ln>
          <a:effectLst>
            <a:outerShdw blurRad="139700" dist="203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1" name="矩形 10"/>
          <p:cNvSpPr/>
          <p:nvPr/>
        </p:nvSpPr>
        <p:spPr>
          <a:xfrm>
            <a:off x="7901255" y="1812529"/>
            <a:ext cx="9994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VS </a:t>
            </a:r>
            <a:r>
              <a:rPr lang="en-US" altLang="zh-CN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code</a:t>
            </a:r>
            <a:endParaRPr lang="en-US" altLang="zh-CN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01255" y="2193141"/>
            <a:ext cx="3793440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VSCode 是一款开源、跨平台的代码编辑器，由微软开发。它具有轻量级、高可定制性和丰富的插件生态等特点。并通过插件提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的各种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功能。VSCode 适用于各种类型的项目开发，从简单的脚本到大型应用程序。</a:t>
            </a:r>
            <a:endParaRPr lang="en-US" altLang="zh-CN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901255" y="4136140"/>
            <a:ext cx="5772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Vim</a:t>
            </a:r>
            <a:endParaRPr lang="en-US" altLang="zh-CN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01305" y="4516755"/>
            <a:ext cx="3872230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Vim 是一款经典的文本编辑器，具有高度可定制性、强大的键盘操作和丰富的插件生态等特点。Vim 采用模态编辑方式，分为普通模式、插入模式和命令模式等，可以在不使用鼠标的情况下快速地编辑和导航代码。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660700" y="4136140"/>
            <a:ext cx="10471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en-US" altLang="zh-CN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ycharm</a:t>
            </a:r>
            <a:endParaRPr lang="en-US" altLang="zh-CN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93063" y="4516752"/>
            <a:ext cx="3514752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PyCharm 是一款专为 Python 语言开发的 IDE，它提供了强大的代码编辑、调试、分析和重构功能。PyCharm 有免费的社区版和付费的专业版，后者提供更多的功能和支持。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319806" y="1724899"/>
            <a:ext cx="19431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E0B07E"/>
                </a:solidFill>
              </a:rPr>
              <a:t>Jupyter N</a:t>
            </a:r>
            <a:r>
              <a:rPr lang="en-US" altLang="zh-CN" dirty="0">
                <a:solidFill>
                  <a:srgbClr val="E0B07E"/>
                </a:solidFill>
              </a:rPr>
              <a:t>otebook</a:t>
            </a:r>
            <a:endParaRPr lang="en-US" altLang="zh-CN" dirty="0">
              <a:solidFill>
                <a:srgbClr val="E0B07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69431" y="2193141"/>
            <a:ext cx="3138384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Jupyter Notebook 是一个基于 Web 的交互式计算环境，主要用于数据科学、机器学习和统计分析等领域。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745" y="3598233"/>
            <a:ext cx="584792" cy="58479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clrChange>
              <a:clrFrom>
                <a:srgbClr val="E6E6E6">
                  <a:alpha val="100000"/>
                </a:srgbClr>
              </a:clrFrom>
              <a:clrTo>
                <a:srgbClr val="E6E6E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5315" y="2193290"/>
            <a:ext cx="746760" cy="7848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79210" y="2211705"/>
            <a:ext cx="862330" cy="8451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5080" y="3456940"/>
            <a:ext cx="886460" cy="890905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8"/>
          <a:stretch>
            <a:fillRect/>
          </a:stretch>
        </p:blipFill>
        <p:spPr>
          <a:xfrm>
            <a:off x="4262755" y="3420110"/>
            <a:ext cx="1072515" cy="9645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685" y="172085"/>
            <a:ext cx="3966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1.3 </a:t>
            </a:r>
            <a:r>
              <a:rPr lang="en-US" altLang="zh-CN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 pytorch2.0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下载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安装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01600" y="3719914"/>
            <a:ext cx="11948160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138680" y="3839210"/>
            <a:ext cx="3722370" cy="2269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计算资源依赖：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CPU 版本：CPU 版本的 PyTorch 主要依赖于计算机的中央处理器（Central Processing Unit，CPU）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GPU 版本：GPU 版本的 PyTorch 则依赖于图形处理器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（Graphics Processing Unit，GPU）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09995" y="3839210"/>
            <a:ext cx="370268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性能表现：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CPU 版本：CPU 版本的 PyTorch 在处理规模较小的模型和数据集时表现良好。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GPU 版本：GPU 版本的 PyTorch 可以充分利用 GPU 的并行计算能力，显著提高计算速度。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22220" y="981075"/>
            <a:ext cx="7107555" cy="2619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50180" y="1414796"/>
            <a:ext cx="1717287" cy="154021"/>
            <a:chOff x="5250180" y="1414796"/>
            <a:chExt cx="1717287" cy="154021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5250180" y="1414796"/>
              <a:ext cx="1717287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5328285" y="1453301"/>
              <a:ext cx="1591673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5373245" y="1491807"/>
              <a:ext cx="1499204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5450205" y="1530312"/>
              <a:ext cx="1374735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5508625" y="1568817"/>
              <a:ext cx="1268806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6791678" y="1612049"/>
            <a:ext cx="160519" cy="1323576"/>
            <a:chOff x="6791678" y="1612049"/>
            <a:chExt cx="160519" cy="1323576"/>
          </a:xfrm>
        </p:grpSpPr>
        <p:cxnSp>
          <p:nvCxnSpPr>
            <p:cNvPr id="32" name="直接连接符 31"/>
            <p:cNvCxnSpPr/>
            <p:nvPr/>
          </p:nvCxnSpPr>
          <p:spPr>
            <a:xfrm flipV="1">
              <a:off x="6791678" y="1763894"/>
              <a:ext cx="6219" cy="1171731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6830348" y="1713279"/>
              <a:ext cx="6124" cy="1153705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V="1">
              <a:off x="6868836" y="1662665"/>
              <a:ext cx="6211" cy="1170156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6907480" y="1612049"/>
              <a:ext cx="6142" cy="1157201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V="1">
              <a:off x="6946355" y="1613701"/>
              <a:ext cx="5842" cy="1100708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5250180" y="2989596"/>
            <a:ext cx="1717287" cy="154021"/>
            <a:chOff x="5250180" y="1414796"/>
            <a:chExt cx="1717287" cy="154021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5250180" y="1414796"/>
              <a:ext cx="1717287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5328285" y="1453301"/>
              <a:ext cx="1591673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5373245" y="1491807"/>
              <a:ext cx="1499204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5450205" y="1530312"/>
              <a:ext cx="1374735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5508625" y="1568817"/>
              <a:ext cx="1268806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/>
          <p:cNvGrpSpPr/>
          <p:nvPr/>
        </p:nvGrpSpPr>
        <p:grpSpPr>
          <a:xfrm flipV="1">
            <a:off x="5328285" y="4256354"/>
            <a:ext cx="1717287" cy="154021"/>
            <a:chOff x="5250180" y="1414796"/>
            <a:chExt cx="1717287" cy="154021"/>
          </a:xfrm>
        </p:grpSpPr>
        <p:cxnSp>
          <p:nvCxnSpPr>
            <p:cNvPr id="74" name="直接连接符 73"/>
            <p:cNvCxnSpPr/>
            <p:nvPr/>
          </p:nvCxnSpPr>
          <p:spPr>
            <a:xfrm>
              <a:off x="5250180" y="1414796"/>
              <a:ext cx="1717287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5328285" y="1453301"/>
              <a:ext cx="1591673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5373245" y="1491807"/>
              <a:ext cx="1499204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5450205" y="1530312"/>
              <a:ext cx="1374735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5508625" y="1568817"/>
              <a:ext cx="1268806" cy="0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 flipH="1">
            <a:off x="5274556" y="3028101"/>
            <a:ext cx="160519" cy="1323576"/>
            <a:chOff x="6791678" y="1612049"/>
            <a:chExt cx="160519" cy="1323576"/>
          </a:xfrm>
        </p:grpSpPr>
        <p:cxnSp>
          <p:nvCxnSpPr>
            <p:cNvPr id="82" name="直接连接符 81"/>
            <p:cNvCxnSpPr/>
            <p:nvPr/>
          </p:nvCxnSpPr>
          <p:spPr>
            <a:xfrm flipV="1">
              <a:off x="6791678" y="1763894"/>
              <a:ext cx="6219" cy="1171731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V="1">
              <a:off x="6830348" y="1713279"/>
              <a:ext cx="6124" cy="1153705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V="1">
              <a:off x="6868836" y="1662665"/>
              <a:ext cx="6211" cy="1170156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V="1">
              <a:off x="6907480" y="1612049"/>
              <a:ext cx="6142" cy="1157201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V="1">
              <a:off x="6946355" y="1613701"/>
              <a:ext cx="5842" cy="1100708"/>
            </a:xfrm>
            <a:prstGeom prst="line">
              <a:avLst/>
            </a:prstGeom>
            <a:ln>
              <a:gradFill flip="none" rotWithShape="1">
                <a:gsLst>
                  <a:gs pos="38500">
                    <a:srgbClr val="E1E1E2"/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855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0">
                    <a:srgbClr val="2B2D2C"/>
                  </a:gs>
                  <a:gs pos="99000">
                    <a:srgbClr val="090D0E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86"/>
          <p:cNvSpPr txBox="1"/>
          <p:nvPr/>
        </p:nvSpPr>
        <p:spPr>
          <a:xfrm>
            <a:off x="5251124" y="4718167"/>
            <a:ext cx="170118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神经网络（理论）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5085837" y="5551409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Single"/>
      </p:transition>
    </mc:Choice>
    <mc:Fallback>
      <p:transition spd="slow" advClick="0" advTm="4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685" y="172085"/>
            <a:ext cx="3796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2.1</a:t>
            </a:r>
            <a:r>
              <a:rPr lang="en-US" altLang="zh-CN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神经网络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的层级结构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54608" y="1475487"/>
            <a:ext cx="105745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神经网络（Neural Network）是一种模仿生物神经系统的计算模型，用于解决分类、回归、生成等机器学习问题。神经网络的层级结构通常包括输入层、隐藏层和输出层，每一层都由若干个神经元（或称为节点）组成，其中每个节点又被成为感知机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模型。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6" name="图片 66" descr="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35505" y="2603500"/>
            <a:ext cx="7613015" cy="3787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54685" y="172085"/>
            <a:ext cx="4820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2.2</a:t>
            </a:r>
            <a:r>
              <a:rPr lang="en-US" altLang="zh-CN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神经网络对数据的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特征提取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5196840" y="3203575"/>
            <a:ext cx="363220" cy="4222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2872105" y="1722120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2872105" y="2673985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2872105" y="3625850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椭圆 10"/>
          <p:cNvSpPr/>
          <p:nvPr>
            <p:custDataLst>
              <p:tags r:id="rId7"/>
            </p:custDataLst>
          </p:nvPr>
        </p:nvSpPr>
        <p:spPr>
          <a:xfrm>
            <a:off x="2872105" y="4577715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2" name="直接箭头连接符 11"/>
          <p:cNvCxnSpPr>
            <a:stCxn id="7" idx="6"/>
            <a:endCxn id="6" idx="2"/>
          </p:cNvCxnSpPr>
          <p:nvPr>
            <p:custDataLst>
              <p:tags r:id="rId8"/>
            </p:custDataLst>
          </p:nvPr>
        </p:nvCxnSpPr>
        <p:spPr>
          <a:xfrm>
            <a:off x="3235325" y="1933575"/>
            <a:ext cx="1961515" cy="148145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8" idx="6"/>
            <a:endCxn id="6" idx="2"/>
          </p:cNvCxnSpPr>
          <p:nvPr>
            <p:custDataLst>
              <p:tags r:id="rId9"/>
            </p:custDataLst>
          </p:nvPr>
        </p:nvCxnSpPr>
        <p:spPr>
          <a:xfrm>
            <a:off x="3235325" y="2885440"/>
            <a:ext cx="1961515" cy="52959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9" idx="6"/>
            <a:endCxn id="6" idx="2"/>
          </p:cNvCxnSpPr>
          <p:nvPr>
            <p:custDataLst>
              <p:tags r:id="rId10"/>
            </p:custDataLst>
          </p:nvPr>
        </p:nvCxnSpPr>
        <p:spPr>
          <a:xfrm flipV="1">
            <a:off x="3235325" y="3415030"/>
            <a:ext cx="1961515" cy="42227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1" idx="6"/>
            <a:endCxn id="6" idx="2"/>
          </p:cNvCxnSpPr>
          <p:nvPr>
            <p:custDataLst>
              <p:tags r:id="rId11"/>
            </p:custDataLst>
          </p:nvPr>
        </p:nvCxnSpPr>
        <p:spPr>
          <a:xfrm flipV="1">
            <a:off x="3235325" y="3415030"/>
            <a:ext cx="1961515" cy="13741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2379980" y="1722120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X1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2379980" y="2673985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X2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2379980" y="3625850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X3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2379980" y="4577715"/>
            <a:ext cx="563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b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3644265" y="3311525"/>
            <a:ext cx="780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W3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3626485" y="2673985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W2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3626485" y="1932940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W1</a:t>
            </a:r>
            <a:endParaRPr lang="en-US" altLang="zh-CN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5" name="直接箭头连接符 24"/>
          <p:cNvCxnSpPr/>
          <p:nvPr>
            <p:custDataLst>
              <p:tags r:id="rId19"/>
            </p:custDataLst>
          </p:nvPr>
        </p:nvCxnSpPr>
        <p:spPr>
          <a:xfrm>
            <a:off x="5560060" y="3417570"/>
            <a:ext cx="1541145" cy="635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20"/>
            </p:custDataLst>
          </p:nvPr>
        </p:nvSpPr>
        <p:spPr>
          <a:xfrm>
            <a:off x="7307580" y="3164205"/>
            <a:ext cx="655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y</a:t>
            </a:r>
            <a:endParaRPr lang="en-US" altLang="zh-CN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458200" y="2673985"/>
            <a:ext cx="1895475" cy="1504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6590" y="1967230"/>
            <a:ext cx="1568450" cy="2032000"/>
          </a:xfrm>
          <a:prstGeom prst="rect">
            <a:avLst/>
          </a:prstGeom>
        </p:spPr>
      </p:pic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3165475" y="2437130"/>
            <a:ext cx="2034540" cy="1163320"/>
          </a:xfrm>
          <a:prstGeom prst="roundRect">
            <a:avLst>
              <a:gd name="adj" fmla="val 20578"/>
            </a:avLst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Model</a:t>
            </a:r>
            <a:endParaRPr lang="en-US" altLang="zh-CN" sz="2800" b="1">
              <a:solidFill>
                <a:schemeClr val="tx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600075" y="1290955"/>
            <a:ext cx="16814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有监督训练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180590" y="2641600"/>
            <a:ext cx="969645" cy="658495"/>
            <a:chOff x="4288" y="2551"/>
            <a:chExt cx="1790" cy="1216"/>
          </a:xfrm>
        </p:grpSpPr>
        <p:sp>
          <p:nvSpPr>
            <p:cNvPr id="12" name="右箭头 11"/>
            <p:cNvSpPr/>
            <p:nvPr>
              <p:custDataLst>
                <p:tags r:id="rId5"/>
              </p:custDataLst>
            </p:nvPr>
          </p:nvSpPr>
          <p:spPr>
            <a:xfrm>
              <a:off x="4488" y="2751"/>
              <a:ext cx="1590" cy="1016"/>
            </a:xfrm>
            <a:prstGeom prst="rightArrow">
              <a:avLst>
                <a:gd name="adj1" fmla="val 40551"/>
                <a:gd name="adj2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右箭头 10"/>
            <p:cNvSpPr/>
            <p:nvPr>
              <p:custDataLst>
                <p:tags r:id="rId6"/>
              </p:custDataLst>
            </p:nvPr>
          </p:nvSpPr>
          <p:spPr>
            <a:xfrm>
              <a:off x="4288" y="2551"/>
              <a:ext cx="1590" cy="1016"/>
            </a:xfrm>
            <a:prstGeom prst="rightArrow">
              <a:avLst>
                <a:gd name="adj1" fmla="val 40551"/>
                <a:gd name="adj2" fmla="val 50000"/>
              </a:avLst>
            </a:prstGeom>
            <a:solidFill>
              <a:srgbClr val="0E3E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262880" y="2750185"/>
            <a:ext cx="969645" cy="658495"/>
            <a:chOff x="4288" y="2551"/>
            <a:chExt cx="1790" cy="1216"/>
          </a:xfrm>
        </p:grpSpPr>
        <p:sp>
          <p:nvSpPr>
            <p:cNvPr id="26" name="右箭头 25"/>
            <p:cNvSpPr/>
            <p:nvPr>
              <p:custDataLst>
                <p:tags r:id="rId7"/>
              </p:custDataLst>
            </p:nvPr>
          </p:nvSpPr>
          <p:spPr>
            <a:xfrm>
              <a:off x="4488" y="2751"/>
              <a:ext cx="1590" cy="1016"/>
            </a:xfrm>
            <a:prstGeom prst="rightArrow">
              <a:avLst>
                <a:gd name="adj1" fmla="val 40551"/>
                <a:gd name="adj2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右箭头 26"/>
            <p:cNvSpPr/>
            <p:nvPr>
              <p:custDataLst>
                <p:tags r:id="rId8"/>
              </p:custDataLst>
            </p:nvPr>
          </p:nvSpPr>
          <p:spPr>
            <a:xfrm>
              <a:off x="4288" y="2551"/>
              <a:ext cx="1590" cy="1016"/>
            </a:xfrm>
            <a:prstGeom prst="rightArrow">
              <a:avLst>
                <a:gd name="adj1" fmla="val 40551"/>
                <a:gd name="adj2" fmla="val 50000"/>
              </a:avLst>
            </a:prstGeom>
            <a:solidFill>
              <a:srgbClr val="0E3E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8" name="左右箭头 27"/>
          <p:cNvSpPr/>
          <p:nvPr>
            <p:custDataLst>
              <p:tags r:id="rId9"/>
            </p:custDataLst>
          </p:nvPr>
        </p:nvSpPr>
        <p:spPr>
          <a:xfrm>
            <a:off x="7910195" y="2788920"/>
            <a:ext cx="1962785" cy="550545"/>
          </a:xfrm>
          <a:prstGeom prst="leftRightArrow">
            <a:avLst>
              <a:gd name="adj1" fmla="val 33102"/>
              <a:gd name="adj2" fmla="val 6678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左右箭头 29"/>
          <p:cNvSpPr/>
          <p:nvPr>
            <p:custDataLst>
              <p:tags r:id="rId10"/>
            </p:custDataLst>
          </p:nvPr>
        </p:nvSpPr>
        <p:spPr>
          <a:xfrm>
            <a:off x="7773670" y="2707005"/>
            <a:ext cx="1962785" cy="550545"/>
          </a:xfrm>
          <a:prstGeom prst="leftRightArrow">
            <a:avLst>
              <a:gd name="adj1" fmla="val 33102"/>
              <a:gd name="adj2" fmla="val 66782"/>
            </a:avLst>
          </a:prstGeom>
          <a:solidFill>
            <a:srgbClr val="0E3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8282305" y="2344420"/>
            <a:ext cx="1021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Distance</a:t>
            </a:r>
            <a:endParaRPr lang="en-US" altLang="zh-CN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8185785" y="3339465"/>
            <a:ext cx="1281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loss fuction</a:t>
            </a:r>
            <a:endParaRPr lang="en-US" altLang="zh-CN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109835" y="2024380"/>
            <a:ext cx="1473200" cy="1917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232525" y="2083435"/>
            <a:ext cx="1479550" cy="196215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7"/>
            </p:custDataLst>
          </p:nvPr>
        </p:nvSpPr>
        <p:spPr>
          <a:xfrm>
            <a:off x="654685" y="172085"/>
            <a:ext cx="4232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2.3</a:t>
            </a:r>
            <a:r>
              <a:rPr lang="en-US" altLang="zh-CN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神经网络的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有监督训练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直接连接符 6"/>
          <p:cNvCxnSpPr/>
          <p:nvPr>
            <p:custDataLst>
              <p:tags r:id="rId18"/>
            </p:custDataLst>
          </p:nvPr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0235" y="1240155"/>
            <a:ext cx="1568450" cy="2032000"/>
          </a:xfrm>
          <a:prstGeom prst="rect">
            <a:avLst/>
          </a:prstGeom>
        </p:spPr>
      </p:pic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3119120" y="1710055"/>
            <a:ext cx="2034540" cy="1163320"/>
          </a:xfrm>
          <a:prstGeom prst="roundRect">
            <a:avLst>
              <a:gd name="adj" fmla="val 20578"/>
            </a:avLst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Model</a:t>
            </a:r>
            <a:endParaRPr lang="en-US" altLang="zh-CN" sz="2800" b="1">
              <a:solidFill>
                <a:schemeClr val="tx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134235" y="1914525"/>
            <a:ext cx="969645" cy="658495"/>
            <a:chOff x="4288" y="2551"/>
            <a:chExt cx="1790" cy="1216"/>
          </a:xfrm>
        </p:grpSpPr>
        <p:sp>
          <p:nvSpPr>
            <p:cNvPr id="12" name="右箭头 11"/>
            <p:cNvSpPr/>
            <p:nvPr>
              <p:custDataLst>
                <p:tags r:id="rId4"/>
              </p:custDataLst>
            </p:nvPr>
          </p:nvSpPr>
          <p:spPr>
            <a:xfrm>
              <a:off x="4488" y="2751"/>
              <a:ext cx="1590" cy="1016"/>
            </a:xfrm>
            <a:prstGeom prst="rightArrow">
              <a:avLst>
                <a:gd name="adj1" fmla="val 40551"/>
                <a:gd name="adj2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右箭头 10"/>
            <p:cNvSpPr/>
            <p:nvPr>
              <p:custDataLst>
                <p:tags r:id="rId5"/>
              </p:custDataLst>
            </p:nvPr>
          </p:nvSpPr>
          <p:spPr>
            <a:xfrm>
              <a:off x="4288" y="2551"/>
              <a:ext cx="1590" cy="1016"/>
            </a:xfrm>
            <a:prstGeom prst="rightArrow">
              <a:avLst>
                <a:gd name="adj1" fmla="val 40551"/>
                <a:gd name="adj2" fmla="val 50000"/>
              </a:avLst>
            </a:prstGeom>
            <a:solidFill>
              <a:srgbClr val="0E3E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216525" y="2023110"/>
            <a:ext cx="969645" cy="658495"/>
            <a:chOff x="4288" y="2551"/>
            <a:chExt cx="1790" cy="1216"/>
          </a:xfrm>
        </p:grpSpPr>
        <p:sp>
          <p:nvSpPr>
            <p:cNvPr id="26" name="右箭头 25"/>
            <p:cNvSpPr/>
            <p:nvPr>
              <p:custDataLst>
                <p:tags r:id="rId6"/>
              </p:custDataLst>
            </p:nvPr>
          </p:nvSpPr>
          <p:spPr>
            <a:xfrm>
              <a:off x="4488" y="2751"/>
              <a:ext cx="1590" cy="1016"/>
            </a:xfrm>
            <a:prstGeom prst="rightArrow">
              <a:avLst>
                <a:gd name="adj1" fmla="val 40551"/>
                <a:gd name="adj2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右箭头 26"/>
            <p:cNvSpPr/>
            <p:nvPr>
              <p:custDataLst>
                <p:tags r:id="rId7"/>
              </p:custDataLst>
            </p:nvPr>
          </p:nvSpPr>
          <p:spPr>
            <a:xfrm>
              <a:off x="4288" y="2551"/>
              <a:ext cx="1590" cy="1016"/>
            </a:xfrm>
            <a:prstGeom prst="rightArrow">
              <a:avLst>
                <a:gd name="adj1" fmla="val 40551"/>
                <a:gd name="adj2" fmla="val 50000"/>
              </a:avLst>
            </a:prstGeom>
            <a:solidFill>
              <a:srgbClr val="0E3E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8" name="左右箭头 27"/>
          <p:cNvSpPr/>
          <p:nvPr>
            <p:custDataLst>
              <p:tags r:id="rId8"/>
            </p:custDataLst>
          </p:nvPr>
        </p:nvSpPr>
        <p:spPr>
          <a:xfrm>
            <a:off x="7863840" y="2061845"/>
            <a:ext cx="1962785" cy="550545"/>
          </a:xfrm>
          <a:prstGeom prst="leftRightArrow">
            <a:avLst>
              <a:gd name="adj1" fmla="val 33102"/>
              <a:gd name="adj2" fmla="val 6678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左右箭头 29"/>
          <p:cNvSpPr/>
          <p:nvPr>
            <p:custDataLst>
              <p:tags r:id="rId9"/>
            </p:custDataLst>
          </p:nvPr>
        </p:nvSpPr>
        <p:spPr>
          <a:xfrm>
            <a:off x="7727315" y="1979930"/>
            <a:ext cx="1962785" cy="550545"/>
          </a:xfrm>
          <a:prstGeom prst="leftRightArrow">
            <a:avLst>
              <a:gd name="adj1" fmla="val 33102"/>
              <a:gd name="adj2" fmla="val 66782"/>
            </a:avLst>
          </a:prstGeom>
          <a:solidFill>
            <a:srgbClr val="0E3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8235950" y="1617345"/>
            <a:ext cx="1021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Distance</a:t>
            </a:r>
            <a:endParaRPr lang="en-US" altLang="zh-CN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8139430" y="2612390"/>
            <a:ext cx="1281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loss fuction</a:t>
            </a:r>
            <a:endParaRPr lang="en-US" altLang="zh-CN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063480" y="1297305"/>
            <a:ext cx="1473200" cy="1917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186170" y="1356360"/>
            <a:ext cx="1479550" cy="196215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6"/>
            </p:custDataLst>
          </p:nvPr>
        </p:nvSpPr>
        <p:spPr>
          <a:xfrm>
            <a:off x="654685" y="172085"/>
            <a:ext cx="4232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2.4</a:t>
            </a:r>
            <a:r>
              <a:rPr lang="en-US" altLang="zh-CN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神经网络的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梯度下降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直接连接符 6"/>
          <p:cNvCxnSpPr/>
          <p:nvPr>
            <p:custDataLst>
              <p:tags r:id="rId17"/>
            </p:custDataLst>
          </p:nvPr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图片 100"/>
          <p:cNvPicPr/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70230" y="3767455"/>
            <a:ext cx="4277360" cy="24536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244573" y="1689116"/>
            <a:ext cx="1933941" cy="2532448"/>
            <a:chOff x="5250180" y="1414796"/>
            <a:chExt cx="1933941" cy="2532448"/>
          </a:xfrm>
        </p:grpSpPr>
        <p:grpSp>
          <p:nvGrpSpPr>
            <p:cNvPr id="2" name="组合 1"/>
            <p:cNvGrpSpPr/>
            <p:nvPr/>
          </p:nvGrpSpPr>
          <p:grpSpPr>
            <a:xfrm>
              <a:off x="5250180" y="1414796"/>
              <a:ext cx="1717287" cy="154021"/>
              <a:chOff x="5250180" y="1414796"/>
              <a:chExt cx="1717287" cy="154021"/>
            </a:xfrm>
          </p:grpSpPr>
          <p:cxnSp>
            <p:nvCxnSpPr>
              <p:cNvPr id="34" name="直接连接符 33"/>
              <p:cNvCxnSpPr/>
              <p:nvPr/>
            </p:nvCxnSpPr>
            <p:spPr>
              <a:xfrm>
                <a:off x="5250180" y="1414796"/>
                <a:ext cx="1717287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5328285" y="1453301"/>
                <a:ext cx="1591673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5373245" y="1491807"/>
                <a:ext cx="1499204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5450205" y="1530312"/>
                <a:ext cx="1374735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5508625" y="1568817"/>
                <a:ext cx="1268806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/>
            <p:cNvGrpSpPr/>
            <p:nvPr/>
          </p:nvGrpSpPr>
          <p:grpSpPr>
            <a:xfrm rot="18438729">
              <a:off x="6371313" y="1780502"/>
              <a:ext cx="1036332" cy="589282"/>
              <a:chOff x="4446771" y="2019138"/>
              <a:chExt cx="1036331" cy="589282"/>
            </a:xfrm>
          </p:grpSpPr>
          <p:cxnSp>
            <p:nvCxnSpPr>
              <p:cNvPr id="42" name="直接连接符 41"/>
              <p:cNvCxnSpPr/>
              <p:nvPr/>
            </p:nvCxnSpPr>
            <p:spPr>
              <a:xfrm flipV="1">
                <a:off x="4446771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flipV="1">
                <a:off x="4510411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V="1">
                <a:off x="4574050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V="1">
                <a:off x="4637688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flipV="1">
                <a:off x="4701326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/>
            <p:cNvGrpSpPr/>
            <p:nvPr/>
          </p:nvGrpSpPr>
          <p:grpSpPr>
            <a:xfrm flipH="1">
              <a:off x="5250180" y="2615246"/>
              <a:ext cx="1717287" cy="154021"/>
              <a:chOff x="5250180" y="1414796"/>
              <a:chExt cx="1717287" cy="154021"/>
            </a:xfrm>
          </p:grpSpPr>
          <p:cxnSp>
            <p:nvCxnSpPr>
              <p:cNvPr id="32" name="直接连接符 31"/>
              <p:cNvCxnSpPr/>
              <p:nvPr/>
            </p:nvCxnSpPr>
            <p:spPr>
              <a:xfrm>
                <a:off x="5250180" y="1414796"/>
                <a:ext cx="1717287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5328285" y="1453301"/>
                <a:ext cx="1591673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5373245" y="1491807"/>
                <a:ext cx="1499204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5450205" y="1530312"/>
                <a:ext cx="1374735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5508625" y="1568817"/>
                <a:ext cx="1268806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组合 48"/>
            <p:cNvGrpSpPr/>
            <p:nvPr/>
          </p:nvGrpSpPr>
          <p:grpSpPr>
            <a:xfrm rot="18438729">
              <a:off x="6371314" y="2911324"/>
              <a:ext cx="1036332" cy="589282"/>
              <a:chOff x="4446771" y="2019138"/>
              <a:chExt cx="1036331" cy="589282"/>
            </a:xfrm>
          </p:grpSpPr>
          <p:cxnSp>
            <p:nvCxnSpPr>
              <p:cNvPr id="50" name="直接连接符 49"/>
              <p:cNvCxnSpPr/>
              <p:nvPr/>
            </p:nvCxnSpPr>
            <p:spPr>
              <a:xfrm flipV="1">
                <a:off x="4446771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V="1">
                <a:off x="4510411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V="1">
                <a:off x="4574050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V="1">
                <a:off x="4637688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V="1">
                <a:off x="4701326" y="2019138"/>
                <a:ext cx="781776" cy="589282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54"/>
            <p:cNvGrpSpPr/>
            <p:nvPr/>
          </p:nvGrpSpPr>
          <p:grpSpPr>
            <a:xfrm flipH="1">
              <a:off x="5250180" y="3793223"/>
              <a:ext cx="1717287" cy="154021"/>
              <a:chOff x="5250180" y="1414796"/>
              <a:chExt cx="1717287" cy="154021"/>
            </a:xfrm>
          </p:grpSpPr>
          <p:cxnSp>
            <p:nvCxnSpPr>
              <p:cNvPr id="56" name="直接连接符 55"/>
              <p:cNvCxnSpPr/>
              <p:nvPr/>
            </p:nvCxnSpPr>
            <p:spPr>
              <a:xfrm>
                <a:off x="5250180" y="1414796"/>
                <a:ext cx="1717287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5328285" y="1453301"/>
                <a:ext cx="1591673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5373245" y="1491807"/>
                <a:ext cx="1499204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5450205" y="1530312"/>
                <a:ext cx="1374735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5508625" y="1568817"/>
                <a:ext cx="1268806" cy="0"/>
              </a:xfrm>
              <a:prstGeom prst="line">
                <a:avLst/>
              </a:prstGeom>
              <a:ln>
                <a:gradFill flip="none" rotWithShape="1">
                  <a:gsLst>
                    <a:gs pos="38500">
                      <a:srgbClr val="E1E1E2"/>
                    </a:gs>
                    <a:gs pos="20000">
                      <a:schemeClr val="tx1">
                        <a:lumMod val="50000"/>
                        <a:lumOff val="50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855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75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  <a:gs pos="0">
                      <a:srgbClr val="2B2D2C"/>
                    </a:gs>
                    <a:gs pos="99000">
                      <a:srgbClr val="090D0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3" name="直接连接符 62"/>
          <p:cNvCxnSpPr/>
          <p:nvPr/>
        </p:nvCxnSpPr>
        <p:spPr>
          <a:xfrm>
            <a:off x="5009637" y="5551409"/>
            <a:ext cx="2172727" cy="1031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B2D2C"/>
                </a:gs>
                <a:gs pos="99000">
                  <a:srgbClr val="090D0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>
            <p:custDataLst>
              <p:tags r:id="rId1"/>
            </p:custDataLst>
          </p:nvPr>
        </p:nvSpPr>
        <p:spPr>
          <a:xfrm>
            <a:off x="5251124" y="4718167"/>
            <a:ext cx="170118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神经网络（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实战）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Single"/>
      </p:transition>
    </mc:Choice>
    <mc:Fallback>
      <p:transition spd="slow" advClick="0" advTm="4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4685" y="172085"/>
            <a:ext cx="2215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解决</a:t>
            </a:r>
            <a:r>
              <a:rPr lang="zh-CN" altLang="en-US" sz="2400" dirty="0">
                <a:solidFill>
                  <a:srgbClr val="E0B07E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方案</a:t>
            </a:r>
            <a:endParaRPr lang="zh-CN" altLang="en-US" sz="2400" dirty="0">
              <a:solidFill>
                <a:srgbClr val="E0B07E"/>
              </a:solidFill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14158" y="633969"/>
            <a:ext cx="2347762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40030" y="1249680"/>
            <a:ext cx="1171194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DataLoader自定义数据集加载</a:t>
            </a:r>
            <a:r>
              <a:rPr lang="zh-CN" altLang="en-US">
                <a:solidFill>
                  <a:schemeClr val="bg1"/>
                </a:solidFill>
              </a:rPr>
              <a:t>，加载鸢尾花数据集，并将其划分为训练集和测试集。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nn.Module构造神经网络模型</a:t>
            </a:r>
            <a:r>
              <a:rPr lang="zh-CN" altLang="en-US">
                <a:solidFill>
                  <a:schemeClr val="bg1"/>
                </a:solidFill>
              </a:rPr>
              <a:t>，对于这个问题，可以使用一个简单的多层感知器（MLP）模型。在输出层，可以使用 Softmax 激活函数将输出转换为概率分布。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模型训练</a:t>
            </a:r>
            <a:endParaRPr lang="zh-CN" altLang="en-US">
              <a:solidFill>
                <a:schemeClr val="bg1"/>
              </a:solidFill>
            </a:endParaRPr>
          </a:p>
          <a:p>
            <a:pPr indent="457200"/>
            <a:r>
              <a:rPr lang="zh-CN" altLang="en-US">
                <a:solidFill>
                  <a:schemeClr val="bg1"/>
                </a:solidFill>
              </a:rPr>
              <a:t>选择一个适当的损失函数，例如交叉熵损失（Cross-Entropy Loss），用于衡量模型预测与实际标签之间的差异。</a:t>
            </a:r>
            <a:endParaRPr lang="zh-CN" altLang="en-US">
              <a:solidFill>
                <a:schemeClr val="bg1"/>
              </a:solidFill>
            </a:endParaRPr>
          </a:p>
          <a:p>
            <a:pPr indent="457200"/>
            <a:r>
              <a:rPr lang="zh-CN" altLang="en-US">
                <a:solidFill>
                  <a:schemeClr val="bg1"/>
                </a:solidFill>
              </a:rPr>
              <a:t>选择一个优化算法，例如随机梯度下降（SGD）或 Adam 等，用于更新神经网络的权重以最小化损失函数。</a:t>
            </a:r>
            <a:endParaRPr lang="zh-CN" altLang="en-US">
              <a:solidFill>
                <a:schemeClr val="bg1"/>
              </a:solidFill>
            </a:endParaRPr>
          </a:p>
          <a:p>
            <a:pPr indent="457200"/>
            <a:r>
              <a:rPr lang="zh-CN" altLang="en-US">
                <a:solidFill>
                  <a:schemeClr val="bg1"/>
                </a:solidFill>
              </a:rPr>
              <a:t>设置训练参数，如批量大小（Batch Size）、学习率（Learning Rate）和训练轮数（Epochs）等。</a:t>
            </a:r>
            <a:endParaRPr lang="zh-CN" altLang="en-US">
              <a:solidFill>
                <a:schemeClr val="bg1"/>
              </a:solidFill>
            </a:endParaRPr>
          </a:p>
          <a:p>
            <a:pPr indent="457200"/>
            <a:r>
              <a:rPr lang="zh-CN" altLang="en-US">
                <a:solidFill>
                  <a:schemeClr val="bg1"/>
                </a:solidFill>
              </a:rPr>
              <a:t>使用训练集数据进行训练，不断更新神经网络权重以最小化损失。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模型</a:t>
            </a:r>
            <a:r>
              <a:rPr lang="zh-CN" altLang="en-US">
                <a:solidFill>
                  <a:schemeClr val="bg1"/>
                </a:solidFill>
              </a:rPr>
              <a:t>评估</a:t>
            </a:r>
            <a:endParaRPr lang="zh-CN" altLang="en-US">
              <a:solidFill>
                <a:schemeClr val="bg1"/>
              </a:solidFill>
            </a:endParaRPr>
          </a:p>
          <a:p>
            <a:pPr indent="457200"/>
            <a:r>
              <a:rPr lang="zh-CN" altLang="en-US">
                <a:solidFill>
                  <a:schemeClr val="bg1"/>
                </a:solidFill>
              </a:rPr>
              <a:t>使用测试集数据对训练好的神经网络模型进行评估，计算分类准确率等指标。</a:t>
            </a:r>
            <a:endParaRPr lang="zh-CN" altLang="en-US">
              <a:solidFill>
                <a:schemeClr val="bg1"/>
              </a:solidFill>
            </a:endParaRPr>
          </a:p>
          <a:p>
            <a:pPr indent="457200"/>
            <a:r>
              <a:rPr lang="zh-CN" altLang="en-US">
                <a:solidFill>
                  <a:schemeClr val="bg1"/>
                </a:solidFill>
              </a:rPr>
              <a:t>如果性能不佳，可以尝试调整神经网络结构（如增加隐藏层节点数）、优化算法（如调整学习率）或训练参数</a:t>
            </a: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（如增加训练轮数）等，以提高模型性能。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5.</a:t>
            </a:r>
            <a:r>
              <a:rPr lang="zh-CN" altLang="en-US">
                <a:solidFill>
                  <a:schemeClr val="bg1"/>
                </a:solidFill>
              </a:rPr>
              <a:t>使用训练好的神经网络模型对新的鸢尾花数据进行分类预测。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Click="0" advTm="4000">
        <p15:prstTrans prst="pageCurlDouble"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PP_MARK_KEY" val="670948f1-9d03-4fb0-8d0a-40f287442180"/>
  <p:tag name="COMMONDATA" val="eyJoZGlkIjoiZDJhZTU5YTY1NTNjNDI4Y2I1OGZiZDNkODczZWJlZj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2489</Words>
  <Application>WPS 演示</Application>
  <PresentationFormat>自定义</PresentationFormat>
  <Paragraphs>194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Segoe UI</vt:lpstr>
      <vt:lpstr>Neo Sans Intel</vt:lpstr>
      <vt:lpstr>Yu Gothic UI</vt:lpstr>
      <vt:lpstr>Segoe UI Symbol</vt:lpstr>
      <vt:lpstr>Nirmala UI Semilight</vt:lpstr>
      <vt:lpstr>微软雅黑</vt:lpstr>
      <vt:lpstr>Calibri</vt:lpstr>
      <vt:lpstr>Times New Roman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阳阳.</cp:lastModifiedBy>
  <cp:revision>78</cp:revision>
  <dcterms:created xsi:type="dcterms:W3CDTF">2017-03-18T02:52:00Z</dcterms:created>
  <dcterms:modified xsi:type="dcterms:W3CDTF">2023-05-22T14:49:37Z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3EDA6273AE0A4A89A389F3998108B777_13</vt:lpwstr>
  </property>
  <property fmtid="{D5CDD505-2E9C-101B-9397-08002B2CF9AE}" pid="3" name="KSOProductBuildVer">
    <vt:lpwstr>2052-11.1.0.14309</vt:lpwstr>
  </property>
</Properties>
</file>